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8" r:id="rId3"/>
    <p:sldId id="259" r:id="rId4"/>
    <p:sldId id="260" r:id="rId5"/>
    <p:sldId id="261" r:id="rId6"/>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66" d="100"/>
          <a:sy n="66" d="100"/>
        </p:scale>
        <p:origin x="174"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titolo">
    <p:spTree>
      <p:nvGrpSpPr>
        <p:cNvPr id="1" name=""/>
        <p:cNvGrpSpPr/>
        <p:nvPr/>
      </p:nvGrpSpPr>
      <p:grpSpPr>
        <a:xfrm>
          <a:off x="0" y="0"/>
          <a:ext cx="0" cy="0"/>
          <a:chOff x="0" y="0"/>
          <a:chExt cx="0" cy="0"/>
        </a:xfrm>
      </p:grpSpPr>
      <p:sp>
        <p:nvSpPr>
          <p:cNvPr id="2" name="Titolo 1"/>
          <p:cNvSpPr>
            <a:spLocks noGrp="1"/>
          </p:cNvSpPr>
          <p:nvPr>
            <p:ph type="ctrTitle"/>
          </p:nvPr>
        </p:nvSpPr>
        <p:spPr>
          <a:xfrm>
            <a:off x="1524000" y="1122363"/>
            <a:ext cx="9144000" cy="2387600"/>
          </a:xfrm>
        </p:spPr>
        <p:txBody>
          <a:bodyPr anchor="b"/>
          <a:lstStyle>
            <a:lvl1pPr algn="ctr">
              <a:defRPr sz="6000"/>
            </a:lvl1pPr>
          </a:lstStyle>
          <a:p>
            <a:r>
              <a:rPr lang="it-IT" smtClean="0"/>
              <a:t>Fare clic per modificare lo stile del titolo</a:t>
            </a:r>
            <a:endParaRPr lang="it-IT"/>
          </a:p>
        </p:txBody>
      </p:sp>
      <p:sp>
        <p:nvSpPr>
          <p:cNvPr id="3" name="Sottotitolo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it-IT" smtClean="0"/>
              <a:t>Fare clic per modificare lo stile del sottotitolo dello schema</a:t>
            </a:r>
            <a:endParaRPr lang="it-IT"/>
          </a:p>
        </p:txBody>
      </p:sp>
      <p:sp>
        <p:nvSpPr>
          <p:cNvPr id="4" name="Segnaposto data 3"/>
          <p:cNvSpPr>
            <a:spLocks noGrp="1"/>
          </p:cNvSpPr>
          <p:nvPr>
            <p:ph type="dt" sz="half" idx="10"/>
          </p:nvPr>
        </p:nvSpPr>
        <p:spPr/>
        <p:txBody>
          <a:bodyPr/>
          <a:lstStyle/>
          <a:p>
            <a:fld id="{9BBA59E9-9C26-49DA-BB39-72C4B0F0005C}" type="datetimeFigureOut">
              <a:rPr lang="it-IT" smtClean="0"/>
              <a:t>05/05/2018</a:t>
            </a:fld>
            <a:endParaRPr lang="it-IT"/>
          </a:p>
        </p:txBody>
      </p:sp>
      <p:sp>
        <p:nvSpPr>
          <p:cNvPr id="5" name="Segnaposto piè di pagina 4"/>
          <p:cNvSpPr>
            <a:spLocks noGrp="1"/>
          </p:cNvSpPr>
          <p:nvPr>
            <p:ph type="ftr" sz="quarter" idx="11"/>
          </p:nvPr>
        </p:nvSpPr>
        <p:spPr/>
        <p:txBody>
          <a:bodyPr/>
          <a:lstStyle/>
          <a:p>
            <a:endParaRPr lang="it-IT"/>
          </a:p>
        </p:txBody>
      </p:sp>
      <p:sp>
        <p:nvSpPr>
          <p:cNvPr id="6" name="Segnaposto numero diapositiva 5"/>
          <p:cNvSpPr>
            <a:spLocks noGrp="1"/>
          </p:cNvSpPr>
          <p:nvPr>
            <p:ph type="sldNum" sz="quarter" idx="12"/>
          </p:nvPr>
        </p:nvSpPr>
        <p:spPr/>
        <p:txBody>
          <a:bodyPr/>
          <a:lstStyle/>
          <a:p>
            <a:fld id="{B61EEA6E-6C7A-4EC2-8201-29C9AB74BD6B}" type="slidenum">
              <a:rPr lang="it-IT" smtClean="0"/>
              <a:t>‹N›</a:t>
            </a:fld>
            <a:endParaRPr lang="it-IT"/>
          </a:p>
        </p:txBody>
      </p:sp>
    </p:spTree>
    <p:extLst>
      <p:ext uri="{BB962C8B-B14F-4D97-AF65-F5344CB8AC3E}">
        <p14:creationId xmlns:p14="http://schemas.microsoft.com/office/powerpoint/2010/main" val="34608682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smtClean="0"/>
              <a:t>Fare clic per modificare lo stile del titolo</a:t>
            </a:r>
            <a:endParaRPr lang="it-IT"/>
          </a:p>
        </p:txBody>
      </p:sp>
      <p:sp>
        <p:nvSpPr>
          <p:cNvPr id="3" name="Segnaposto contenuto 2"/>
          <p:cNvSpPr>
            <a:spLocks noGrp="1"/>
          </p:cNvSpPr>
          <p:nvPr>
            <p:ph idx="1"/>
          </p:nvPr>
        </p:nvSpPr>
        <p:spPr/>
        <p:txBody>
          <a:bodyPr/>
          <a:lstStyle/>
          <a:p>
            <a:pPr lvl="0"/>
            <a:r>
              <a:rPr lang="it-IT" smtClean="0"/>
              <a:t>Fare clic per modificare stili del testo dello schema</a:t>
            </a:r>
          </a:p>
          <a:p>
            <a:pPr lvl="1"/>
            <a:r>
              <a:rPr lang="it-IT" smtClean="0"/>
              <a:t>Secondo livello</a:t>
            </a:r>
          </a:p>
          <a:p>
            <a:pPr lvl="2"/>
            <a:r>
              <a:rPr lang="it-IT" smtClean="0"/>
              <a:t>Terzo livello</a:t>
            </a:r>
          </a:p>
          <a:p>
            <a:pPr lvl="3"/>
            <a:r>
              <a:rPr lang="it-IT" smtClean="0"/>
              <a:t>Quarto livello</a:t>
            </a:r>
          </a:p>
          <a:p>
            <a:pPr lvl="4"/>
            <a:r>
              <a:rPr lang="it-IT" smtClean="0"/>
              <a:t>Quinto livello</a:t>
            </a:r>
            <a:endParaRPr lang="it-IT"/>
          </a:p>
        </p:txBody>
      </p:sp>
      <p:sp>
        <p:nvSpPr>
          <p:cNvPr id="4" name="Segnaposto data 3"/>
          <p:cNvSpPr>
            <a:spLocks noGrp="1"/>
          </p:cNvSpPr>
          <p:nvPr>
            <p:ph type="dt" sz="half" idx="10"/>
          </p:nvPr>
        </p:nvSpPr>
        <p:spPr/>
        <p:txBody>
          <a:bodyPr/>
          <a:lstStyle/>
          <a:p>
            <a:fld id="{9BBA59E9-9C26-49DA-BB39-72C4B0F0005C}" type="datetimeFigureOut">
              <a:rPr lang="it-IT" smtClean="0"/>
              <a:t>05/05/2018</a:t>
            </a:fld>
            <a:endParaRPr lang="it-IT"/>
          </a:p>
        </p:txBody>
      </p:sp>
      <p:sp>
        <p:nvSpPr>
          <p:cNvPr id="5" name="Segnaposto piè di pagina 4"/>
          <p:cNvSpPr>
            <a:spLocks noGrp="1"/>
          </p:cNvSpPr>
          <p:nvPr>
            <p:ph type="ftr" sz="quarter" idx="11"/>
          </p:nvPr>
        </p:nvSpPr>
        <p:spPr/>
        <p:txBody>
          <a:bodyPr/>
          <a:lstStyle/>
          <a:p>
            <a:endParaRPr lang="it-IT"/>
          </a:p>
        </p:txBody>
      </p:sp>
      <p:sp>
        <p:nvSpPr>
          <p:cNvPr id="6" name="Segnaposto numero diapositiva 5"/>
          <p:cNvSpPr>
            <a:spLocks noGrp="1"/>
          </p:cNvSpPr>
          <p:nvPr>
            <p:ph type="sldNum" sz="quarter" idx="12"/>
          </p:nvPr>
        </p:nvSpPr>
        <p:spPr/>
        <p:txBody>
          <a:bodyPr/>
          <a:lstStyle/>
          <a:p>
            <a:fld id="{B61EEA6E-6C7A-4EC2-8201-29C9AB74BD6B}" type="slidenum">
              <a:rPr lang="it-IT" smtClean="0"/>
              <a:t>‹N›</a:t>
            </a:fld>
            <a:endParaRPr lang="it-IT"/>
          </a:p>
        </p:txBody>
      </p:sp>
    </p:spTree>
    <p:extLst>
      <p:ext uri="{BB962C8B-B14F-4D97-AF65-F5344CB8AC3E}">
        <p14:creationId xmlns:p14="http://schemas.microsoft.com/office/powerpoint/2010/main" val="6984655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olo 1"/>
          <p:cNvSpPr>
            <a:spLocks noGrp="1"/>
          </p:cNvSpPr>
          <p:nvPr>
            <p:ph type="title"/>
          </p:nvPr>
        </p:nvSpPr>
        <p:spPr>
          <a:xfrm>
            <a:off x="831850" y="1709738"/>
            <a:ext cx="10515600" cy="2852737"/>
          </a:xfrm>
        </p:spPr>
        <p:txBody>
          <a:bodyPr anchor="b"/>
          <a:lstStyle>
            <a:lvl1pPr>
              <a:defRPr sz="6000"/>
            </a:lvl1pPr>
          </a:lstStyle>
          <a:p>
            <a:r>
              <a:rPr lang="it-IT" smtClean="0"/>
              <a:t>Fare clic per modificare lo stile del titolo</a:t>
            </a:r>
            <a:endParaRPr lang="it-IT"/>
          </a:p>
        </p:txBody>
      </p:sp>
      <p:sp>
        <p:nvSpPr>
          <p:cNvPr id="3" name="Segnaposto testo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it-IT" smtClean="0"/>
              <a:t>Fare clic per modificare stili del testo dello schema</a:t>
            </a:r>
          </a:p>
        </p:txBody>
      </p:sp>
      <p:sp>
        <p:nvSpPr>
          <p:cNvPr id="4" name="Segnaposto data 3"/>
          <p:cNvSpPr>
            <a:spLocks noGrp="1"/>
          </p:cNvSpPr>
          <p:nvPr>
            <p:ph type="dt" sz="half" idx="10"/>
          </p:nvPr>
        </p:nvSpPr>
        <p:spPr/>
        <p:txBody>
          <a:bodyPr/>
          <a:lstStyle/>
          <a:p>
            <a:fld id="{9BBA59E9-9C26-49DA-BB39-72C4B0F0005C}" type="datetimeFigureOut">
              <a:rPr lang="it-IT" smtClean="0"/>
              <a:t>05/05/2018</a:t>
            </a:fld>
            <a:endParaRPr lang="it-IT"/>
          </a:p>
        </p:txBody>
      </p:sp>
      <p:sp>
        <p:nvSpPr>
          <p:cNvPr id="5" name="Segnaposto piè di pagina 4"/>
          <p:cNvSpPr>
            <a:spLocks noGrp="1"/>
          </p:cNvSpPr>
          <p:nvPr>
            <p:ph type="ftr" sz="quarter" idx="11"/>
          </p:nvPr>
        </p:nvSpPr>
        <p:spPr/>
        <p:txBody>
          <a:bodyPr/>
          <a:lstStyle/>
          <a:p>
            <a:endParaRPr lang="it-IT"/>
          </a:p>
        </p:txBody>
      </p:sp>
      <p:sp>
        <p:nvSpPr>
          <p:cNvPr id="6" name="Segnaposto numero diapositiva 5"/>
          <p:cNvSpPr>
            <a:spLocks noGrp="1"/>
          </p:cNvSpPr>
          <p:nvPr>
            <p:ph type="sldNum" sz="quarter" idx="12"/>
          </p:nvPr>
        </p:nvSpPr>
        <p:spPr/>
        <p:txBody>
          <a:bodyPr/>
          <a:lstStyle/>
          <a:p>
            <a:fld id="{B61EEA6E-6C7A-4EC2-8201-29C9AB74BD6B}" type="slidenum">
              <a:rPr lang="it-IT" smtClean="0"/>
              <a:t>‹N›</a:t>
            </a:fld>
            <a:endParaRPr lang="it-IT"/>
          </a:p>
        </p:txBody>
      </p:sp>
    </p:spTree>
    <p:extLst>
      <p:ext uri="{BB962C8B-B14F-4D97-AF65-F5344CB8AC3E}">
        <p14:creationId xmlns:p14="http://schemas.microsoft.com/office/powerpoint/2010/main" val="33532615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smtClean="0"/>
              <a:t>Fare clic per modificare lo stile del titolo</a:t>
            </a:r>
            <a:endParaRPr lang="it-IT"/>
          </a:p>
        </p:txBody>
      </p:sp>
      <p:sp>
        <p:nvSpPr>
          <p:cNvPr id="3" name="Segnaposto contenuto 2"/>
          <p:cNvSpPr>
            <a:spLocks noGrp="1"/>
          </p:cNvSpPr>
          <p:nvPr>
            <p:ph sz="half" idx="1"/>
          </p:nvPr>
        </p:nvSpPr>
        <p:spPr>
          <a:xfrm>
            <a:off x="838200" y="1825625"/>
            <a:ext cx="5181600" cy="4351338"/>
          </a:xfrm>
        </p:spPr>
        <p:txBody>
          <a:bodyPr/>
          <a:lstStyle/>
          <a:p>
            <a:pPr lvl="0"/>
            <a:r>
              <a:rPr lang="it-IT" smtClean="0"/>
              <a:t>Fare clic per modificare stili del testo dello schema</a:t>
            </a:r>
          </a:p>
          <a:p>
            <a:pPr lvl="1"/>
            <a:r>
              <a:rPr lang="it-IT" smtClean="0"/>
              <a:t>Secondo livello</a:t>
            </a:r>
          </a:p>
          <a:p>
            <a:pPr lvl="2"/>
            <a:r>
              <a:rPr lang="it-IT" smtClean="0"/>
              <a:t>Terzo livello</a:t>
            </a:r>
          </a:p>
          <a:p>
            <a:pPr lvl="3"/>
            <a:r>
              <a:rPr lang="it-IT" smtClean="0"/>
              <a:t>Quarto livello</a:t>
            </a:r>
          </a:p>
          <a:p>
            <a:pPr lvl="4"/>
            <a:r>
              <a:rPr lang="it-IT" smtClean="0"/>
              <a:t>Quinto livello</a:t>
            </a:r>
            <a:endParaRPr lang="it-IT"/>
          </a:p>
        </p:txBody>
      </p:sp>
      <p:sp>
        <p:nvSpPr>
          <p:cNvPr id="4" name="Segnaposto contenuto 3"/>
          <p:cNvSpPr>
            <a:spLocks noGrp="1"/>
          </p:cNvSpPr>
          <p:nvPr>
            <p:ph sz="half" idx="2"/>
          </p:nvPr>
        </p:nvSpPr>
        <p:spPr>
          <a:xfrm>
            <a:off x="6172200" y="1825625"/>
            <a:ext cx="5181600" cy="4351338"/>
          </a:xfrm>
        </p:spPr>
        <p:txBody>
          <a:bodyPr/>
          <a:lstStyle/>
          <a:p>
            <a:pPr lvl="0"/>
            <a:r>
              <a:rPr lang="it-IT" smtClean="0"/>
              <a:t>Fare clic per modificare stili del testo dello schema</a:t>
            </a:r>
          </a:p>
          <a:p>
            <a:pPr lvl="1"/>
            <a:r>
              <a:rPr lang="it-IT" smtClean="0"/>
              <a:t>Secondo livello</a:t>
            </a:r>
          </a:p>
          <a:p>
            <a:pPr lvl="2"/>
            <a:r>
              <a:rPr lang="it-IT" smtClean="0"/>
              <a:t>Terzo livello</a:t>
            </a:r>
          </a:p>
          <a:p>
            <a:pPr lvl="3"/>
            <a:r>
              <a:rPr lang="it-IT" smtClean="0"/>
              <a:t>Quarto livello</a:t>
            </a:r>
          </a:p>
          <a:p>
            <a:pPr lvl="4"/>
            <a:r>
              <a:rPr lang="it-IT" smtClean="0"/>
              <a:t>Quinto livello</a:t>
            </a:r>
            <a:endParaRPr lang="it-IT"/>
          </a:p>
        </p:txBody>
      </p:sp>
      <p:sp>
        <p:nvSpPr>
          <p:cNvPr id="5" name="Segnaposto data 4"/>
          <p:cNvSpPr>
            <a:spLocks noGrp="1"/>
          </p:cNvSpPr>
          <p:nvPr>
            <p:ph type="dt" sz="half" idx="10"/>
          </p:nvPr>
        </p:nvSpPr>
        <p:spPr/>
        <p:txBody>
          <a:bodyPr/>
          <a:lstStyle/>
          <a:p>
            <a:fld id="{9BBA59E9-9C26-49DA-BB39-72C4B0F0005C}" type="datetimeFigureOut">
              <a:rPr lang="it-IT" smtClean="0"/>
              <a:t>05/05/2018</a:t>
            </a:fld>
            <a:endParaRPr lang="it-IT"/>
          </a:p>
        </p:txBody>
      </p:sp>
      <p:sp>
        <p:nvSpPr>
          <p:cNvPr id="6" name="Segnaposto piè di pagina 5"/>
          <p:cNvSpPr>
            <a:spLocks noGrp="1"/>
          </p:cNvSpPr>
          <p:nvPr>
            <p:ph type="ftr" sz="quarter" idx="11"/>
          </p:nvPr>
        </p:nvSpPr>
        <p:spPr/>
        <p:txBody>
          <a:bodyPr/>
          <a:lstStyle/>
          <a:p>
            <a:endParaRPr lang="it-IT"/>
          </a:p>
        </p:txBody>
      </p:sp>
      <p:sp>
        <p:nvSpPr>
          <p:cNvPr id="7" name="Segnaposto numero diapositiva 6"/>
          <p:cNvSpPr>
            <a:spLocks noGrp="1"/>
          </p:cNvSpPr>
          <p:nvPr>
            <p:ph type="sldNum" sz="quarter" idx="12"/>
          </p:nvPr>
        </p:nvSpPr>
        <p:spPr/>
        <p:txBody>
          <a:bodyPr/>
          <a:lstStyle/>
          <a:p>
            <a:fld id="{B61EEA6E-6C7A-4EC2-8201-29C9AB74BD6B}" type="slidenum">
              <a:rPr lang="it-IT" smtClean="0"/>
              <a:t>‹N›</a:t>
            </a:fld>
            <a:endParaRPr lang="it-IT"/>
          </a:p>
        </p:txBody>
      </p:sp>
    </p:spTree>
    <p:extLst>
      <p:ext uri="{BB962C8B-B14F-4D97-AF65-F5344CB8AC3E}">
        <p14:creationId xmlns:p14="http://schemas.microsoft.com/office/powerpoint/2010/main" val="16705430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2" name="Titolo 1"/>
          <p:cNvSpPr>
            <a:spLocks noGrp="1"/>
          </p:cNvSpPr>
          <p:nvPr>
            <p:ph type="title"/>
          </p:nvPr>
        </p:nvSpPr>
        <p:spPr>
          <a:xfrm>
            <a:off x="839788" y="365125"/>
            <a:ext cx="10515600" cy="1325563"/>
          </a:xfrm>
        </p:spPr>
        <p:txBody>
          <a:bodyPr/>
          <a:lstStyle/>
          <a:p>
            <a:r>
              <a:rPr lang="it-IT" smtClean="0"/>
              <a:t>Fare clic per modificare lo stile del titolo</a:t>
            </a:r>
            <a:endParaRPr lang="it-IT"/>
          </a:p>
        </p:txBody>
      </p:sp>
      <p:sp>
        <p:nvSpPr>
          <p:cNvPr id="3" name="Segnaposto testo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smtClean="0"/>
              <a:t>Fare clic per modificare stili del testo dello schema</a:t>
            </a:r>
          </a:p>
        </p:txBody>
      </p:sp>
      <p:sp>
        <p:nvSpPr>
          <p:cNvPr id="4" name="Segnaposto contenuto 3"/>
          <p:cNvSpPr>
            <a:spLocks noGrp="1"/>
          </p:cNvSpPr>
          <p:nvPr>
            <p:ph sz="half" idx="2"/>
          </p:nvPr>
        </p:nvSpPr>
        <p:spPr>
          <a:xfrm>
            <a:off x="839788" y="2505075"/>
            <a:ext cx="5157787" cy="3684588"/>
          </a:xfrm>
        </p:spPr>
        <p:txBody>
          <a:bodyPr/>
          <a:lstStyle/>
          <a:p>
            <a:pPr lvl="0"/>
            <a:r>
              <a:rPr lang="it-IT" smtClean="0"/>
              <a:t>Fare clic per modificare stili del testo dello schema</a:t>
            </a:r>
          </a:p>
          <a:p>
            <a:pPr lvl="1"/>
            <a:r>
              <a:rPr lang="it-IT" smtClean="0"/>
              <a:t>Secondo livello</a:t>
            </a:r>
          </a:p>
          <a:p>
            <a:pPr lvl="2"/>
            <a:r>
              <a:rPr lang="it-IT" smtClean="0"/>
              <a:t>Terzo livello</a:t>
            </a:r>
          </a:p>
          <a:p>
            <a:pPr lvl="3"/>
            <a:r>
              <a:rPr lang="it-IT" smtClean="0"/>
              <a:t>Quarto livello</a:t>
            </a:r>
          </a:p>
          <a:p>
            <a:pPr lvl="4"/>
            <a:r>
              <a:rPr lang="it-IT" smtClean="0"/>
              <a:t>Quinto livello</a:t>
            </a:r>
            <a:endParaRPr lang="it-IT"/>
          </a:p>
        </p:txBody>
      </p:sp>
      <p:sp>
        <p:nvSpPr>
          <p:cNvPr id="5" name="Segnaposto testo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smtClean="0"/>
              <a:t>Fare clic per modificare stili del testo dello schema</a:t>
            </a:r>
          </a:p>
        </p:txBody>
      </p:sp>
      <p:sp>
        <p:nvSpPr>
          <p:cNvPr id="6" name="Segnaposto contenuto 5"/>
          <p:cNvSpPr>
            <a:spLocks noGrp="1"/>
          </p:cNvSpPr>
          <p:nvPr>
            <p:ph sz="quarter" idx="4"/>
          </p:nvPr>
        </p:nvSpPr>
        <p:spPr>
          <a:xfrm>
            <a:off x="6172200" y="2505075"/>
            <a:ext cx="5183188" cy="3684588"/>
          </a:xfrm>
        </p:spPr>
        <p:txBody>
          <a:bodyPr/>
          <a:lstStyle/>
          <a:p>
            <a:pPr lvl="0"/>
            <a:r>
              <a:rPr lang="it-IT" smtClean="0"/>
              <a:t>Fare clic per modificare stili del testo dello schema</a:t>
            </a:r>
          </a:p>
          <a:p>
            <a:pPr lvl="1"/>
            <a:r>
              <a:rPr lang="it-IT" smtClean="0"/>
              <a:t>Secondo livello</a:t>
            </a:r>
          </a:p>
          <a:p>
            <a:pPr lvl="2"/>
            <a:r>
              <a:rPr lang="it-IT" smtClean="0"/>
              <a:t>Terzo livello</a:t>
            </a:r>
          </a:p>
          <a:p>
            <a:pPr lvl="3"/>
            <a:r>
              <a:rPr lang="it-IT" smtClean="0"/>
              <a:t>Quarto livello</a:t>
            </a:r>
          </a:p>
          <a:p>
            <a:pPr lvl="4"/>
            <a:r>
              <a:rPr lang="it-IT" smtClean="0"/>
              <a:t>Quinto livello</a:t>
            </a:r>
            <a:endParaRPr lang="it-IT"/>
          </a:p>
        </p:txBody>
      </p:sp>
      <p:sp>
        <p:nvSpPr>
          <p:cNvPr id="7" name="Segnaposto data 6"/>
          <p:cNvSpPr>
            <a:spLocks noGrp="1"/>
          </p:cNvSpPr>
          <p:nvPr>
            <p:ph type="dt" sz="half" idx="10"/>
          </p:nvPr>
        </p:nvSpPr>
        <p:spPr/>
        <p:txBody>
          <a:bodyPr/>
          <a:lstStyle/>
          <a:p>
            <a:fld id="{9BBA59E9-9C26-49DA-BB39-72C4B0F0005C}" type="datetimeFigureOut">
              <a:rPr lang="it-IT" smtClean="0"/>
              <a:t>05/05/2018</a:t>
            </a:fld>
            <a:endParaRPr lang="it-IT"/>
          </a:p>
        </p:txBody>
      </p:sp>
      <p:sp>
        <p:nvSpPr>
          <p:cNvPr id="8" name="Segnaposto piè di pagina 7"/>
          <p:cNvSpPr>
            <a:spLocks noGrp="1"/>
          </p:cNvSpPr>
          <p:nvPr>
            <p:ph type="ftr" sz="quarter" idx="11"/>
          </p:nvPr>
        </p:nvSpPr>
        <p:spPr/>
        <p:txBody>
          <a:bodyPr/>
          <a:lstStyle/>
          <a:p>
            <a:endParaRPr lang="it-IT"/>
          </a:p>
        </p:txBody>
      </p:sp>
      <p:sp>
        <p:nvSpPr>
          <p:cNvPr id="9" name="Segnaposto numero diapositiva 8"/>
          <p:cNvSpPr>
            <a:spLocks noGrp="1"/>
          </p:cNvSpPr>
          <p:nvPr>
            <p:ph type="sldNum" sz="quarter" idx="12"/>
          </p:nvPr>
        </p:nvSpPr>
        <p:spPr/>
        <p:txBody>
          <a:bodyPr/>
          <a:lstStyle/>
          <a:p>
            <a:fld id="{B61EEA6E-6C7A-4EC2-8201-29C9AB74BD6B}" type="slidenum">
              <a:rPr lang="it-IT" smtClean="0"/>
              <a:t>‹N›</a:t>
            </a:fld>
            <a:endParaRPr lang="it-IT"/>
          </a:p>
        </p:txBody>
      </p:sp>
    </p:spTree>
    <p:extLst>
      <p:ext uri="{BB962C8B-B14F-4D97-AF65-F5344CB8AC3E}">
        <p14:creationId xmlns:p14="http://schemas.microsoft.com/office/powerpoint/2010/main" val="34666687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smtClean="0"/>
              <a:t>Fare clic per modificare lo stile del titolo</a:t>
            </a:r>
            <a:endParaRPr lang="it-IT"/>
          </a:p>
        </p:txBody>
      </p:sp>
      <p:sp>
        <p:nvSpPr>
          <p:cNvPr id="3" name="Segnaposto data 2"/>
          <p:cNvSpPr>
            <a:spLocks noGrp="1"/>
          </p:cNvSpPr>
          <p:nvPr>
            <p:ph type="dt" sz="half" idx="10"/>
          </p:nvPr>
        </p:nvSpPr>
        <p:spPr/>
        <p:txBody>
          <a:bodyPr/>
          <a:lstStyle/>
          <a:p>
            <a:fld id="{9BBA59E9-9C26-49DA-BB39-72C4B0F0005C}" type="datetimeFigureOut">
              <a:rPr lang="it-IT" smtClean="0"/>
              <a:t>05/05/2018</a:t>
            </a:fld>
            <a:endParaRPr lang="it-IT"/>
          </a:p>
        </p:txBody>
      </p:sp>
      <p:sp>
        <p:nvSpPr>
          <p:cNvPr id="4" name="Segnaposto piè di pagina 3"/>
          <p:cNvSpPr>
            <a:spLocks noGrp="1"/>
          </p:cNvSpPr>
          <p:nvPr>
            <p:ph type="ftr" sz="quarter" idx="11"/>
          </p:nvPr>
        </p:nvSpPr>
        <p:spPr/>
        <p:txBody>
          <a:bodyPr/>
          <a:lstStyle/>
          <a:p>
            <a:endParaRPr lang="it-IT"/>
          </a:p>
        </p:txBody>
      </p:sp>
      <p:sp>
        <p:nvSpPr>
          <p:cNvPr id="5" name="Segnaposto numero diapositiva 4"/>
          <p:cNvSpPr>
            <a:spLocks noGrp="1"/>
          </p:cNvSpPr>
          <p:nvPr>
            <p:ph type="sldNum" sz="quarter" idx="12"/>
          </p:nvPr>
        </p:nvSpPr>
        <p:spPr/>
        <p:txBody>
          <a:bodyPr/>
          <a:lstStyle/>
          <a:p>
            <a:fld id="{B61EEA6E-6C7A-4EC2-8201-29C9AB74BD6B}" type="slidenum">
              <a:rPr lang="it-IT" smtClean="0"/>
              <a:t>‹N›</a:t>
            </a:fld>
            <a:endParaRPr lang="it-IT"/>
          </a:p>
        </p:txBody>
      </p:sp>
    </p:spTree>
    <p:extLst>
      <p:ext uri="{BB962C8B-B14F-4D97-AF65-F5344CB8AC3E}">
        <p14:creationId xmlns:p14="http://schemas.microsoft.com/office/powerpoint/2010/main" val="262769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Segnaposto data 1"/>
          <p:cNvSpPr>
            <a:spLocks noGrp="1"/>
          </p:cNvSpPr>
          <p:nvPr>
            <p:ph type="dt" sz="half" idx="10"/>
          </p:nvPr>
        </p:nvSpPr>
        <p:spPr/>
        <p:txBody>
          <a:bodyPr/>
          <a:lstStyle/>
          <a:p>
            <a:fld id="{9BBA59E9-9C26-49DA-BB39-72C4B0F0005C}" type="datetimeFigureOut">
              <a:rPr lang="it-IT" smtClean="0"/>
              <a:t>05/05/2018</a:t>
            </a:fld>
            <a:endParaRPr lang="it-IT"/>
          </a:p>
        </p:txBody>
      </p:sp>
      <p:sp>
        <p:nvSpPr>
          <p:cNvPr id="3" name="Segnaposto piè di pagina 2"/>
          <p:cNvSpPr>
            <a:spLocks noGrp="1"/>
          </p:cNvSpPr>
          <p:nvPr>
            <p:ph type="ftr" sz="quarter" idx="11"/>
          </p:nvPr>
        </p:nvSpPr>
        <p:spPr/>
        <p:txBody>
          <a:bodyPr/>
          <a:lstStyle/>
          <a:p>
            <a:endParaRPr lang="it-IT"/>
          </a:p>
        </p:txBody>
      </p:sp>
      <p:sp>
        <p:nvSpPr>
          <p:cNvPr id="4" name="Segnaposto numero diapositiva 3"/>
          <p:cNvSpPr>
            <a:spLocks noGrp="1"/>
          </p:cNvSpPr>
          <p:nvPr>
            <p:ph type="sldNum" sz="quarter" idx="12"/>
          </p:nvPr>
        </p:nvSpPr>
        <p:spPr/>
        <p:txBody>
          <a:bodyPr/>
          <a:lstStyle/>
          <a:p>
            <a:fld id="{B61EEA6E-6C7A-4EC2-8201-29C9AB74BD6B}" type="slidenum">
              <a:rPr lang="it-IT" smtClean="0"/>
              <a:t>‹N›</a:t>
            </a:fld>
            <a:endParaRPr lang="it-IT"/>
          </a:p>
        </p:txBody>
      </p:sp>
    </p:spTree>
    <p:extLst>
      <p:ext uri="{BB962C8B-B14F-4D97-AF65-F5344CB8AC3E}">
        <p14:creationId xmlns:p14="http://schemas.microsoft.com/office/powerpoint/2010/main" val="264026189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olo 1"/>
          <p:cNvSpPr>
            <a:spLocks noGrp="1"/>
          </p:cNvSpPr>
          <p:nvPr>
            <p:ph type="title"/>
          </p:nvPr>
        </p:nvSpPr>
        <p:spPr>
          <a:xfrm>
            <a:off x="839788" y="457200"/>
            <a:ext cx="3932237" cy="1600200"/>
          </a:xfrm>
        </p:spPr>
        <p:txBody>
          <a:bodyPr anchor="b"/>
          <a:lstStyle>
            <a:lvl1pPr>
              <a:defRPr sz="3200"/>
            </a:lvl1pPr>
          </a:lstStyle>
          <a:p>
            <a:r>
              <a:rPr lang="it-IT" smtClean="0"/>
              <a:t>Fare clic per modificare lo stile del titolo</a:t>
            </a:r>
            <a:endParaRPr lang="it-IT"/>
          </a:p>
        </p:txBody>
      </p:sp>
      <p:sp>
        <p:nvSpPr>
          <p:cNvPr id="3" name="Segnaposto contenuto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it-IT" smtClean="0"/>
              <a:t>Fare clic per modificare stili del testo dello schema</a:t>
            </a:r>
          </a:p>
          <a:p>
            <a:pPr lvl="1"/>
            <a:r>
              <a:rPr lang="it-IT" smtClean="0"/>
              <a:t>Secondo livello</a:t>
            </a:r>
          </a:p>
          <a:p>
            <a:pPr lvl="2"/>
            <a:r>
              <a:rPr lang="it-IT" smtClean="0"/>
              <a:t>Terzo livello</a:t>
            </a:r>
          </a:p>
          <a:p>
            <a:pPr lvl="3"/>
            <a:r>
              <a:rPr lang="it-IT" smtClean="0"/>
              <a:t>Quarto livello</a:t>
            </a:r>
          </a:p>
          <a:p>
            <a:pPr lvl="4"/>
            <a:r>
              <a:rPr lang="it-IT" smtClean="0"/>
              <a:t>Quinto livello</a:t>
            </a:r>
            <a:endParaRPr lang="it-IT"/>
          </a:p>
        </p:txBody>
      </p:sp>
      <p:sp>
        <p:nvSpPr>
          <p:cNvPr id="4" name="Segnaposto testo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smtClean="0"/>
              <a:t>Fare clic per modificare stili del testo dello schema</a:t>
            </a:r>
          </a:p>
        </p:txBody>
      </p:sp>
      <p:sp>
        <p:nvSpPr>
          <p:cNvPr id="5" name="Segnaposto data 4"/>
          <p:cNvSpPr>
            <a:spLocks noGrp="1"/>
          </p:cNvSpPr>
          <p:nvPr>
            <p:ph type="dt" sz="half" idx="10"/>
          </p:nvPr>
        </p:nvSpPr>
        <p:spPr/>
        <p:txBody>
          <a:bodyPr/>
          <a:lstStyle/>
          <a:p>
            <a:fld id="{9BBA59E9-9C26-49DA-BB39-72C4B0F0005C}" type="datetimeFigureOut">
              <a:rPr lang="it-IT" smtClean="0"/>
              <a:t>05/05/2018</a:t>
            </a:fld>
            <a:endParaRPr lang="it-IT"/>
          </a:p>
        </p:txBody>
      </p:sp>
      <p:sp>
        <p:nvSpPr>
          <p:cNvPr id="6" name="Segnaposto piè di pagina 5"/>
          <p:cNvSpPr>
            <a:spLocks noGrp="1"/>
          </p:cNvSpPr>
          <p:nvPr>
            <p:ph type="ftr" sz="quarter" idx="11"/>
          </p:nvPr>
        </p:nvSpPr>
        <p:spPr/>
        <p:txBody>
          <a:bodyPr/>
          <a:lstStyle/>
          <a:p>
            <a:endParaRPr lang="it-IT"/>
          </a:p>
        </p:txBody>
      </p:sp>
      <p:sp>
        <p:nvSpPr>
          <p:cNvPr id="7" name="Segnaposto numero diapositiva 6"/>
          <p:cNvSpPr>
            <a:spLocks noGrp="1"/>
          </p:cNvSpPr>
          <p:nvPr>
            <p:ph type="sldNum" sz="quarter" idx="12"/>
          </p:nvPr>
        </p:nvSpPr>
        <p:spPr/>
        <p:txBody>
          <a:bodyPr/>
          <a:lstStyle/>
          <a:p>
            <a:fld id="{B61EEA6E-6C7A-4EC2-8201-29C9AB74BD6B}" type="slidenum">
              <a:rPr lang="it-IT" smtClean="0"/>
              <a:t>‹N›</a:t>
            </a:fld>
            <a:endParaRPr lang="it-IT"/>
          </a:p>
        </p:txBody>
      </p:sp>
    </p:spTree>
    <p:extLst>
      <p:ext uri="{BB962C8B-B14F-4D97-AF65-F5344CB8AC3E}">
        <p14:creationId xmlns:p14="http://schemas.microsoft.com/office/powerpoint/2010/main" val="15369645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olo 1"/>
          <p:cNvSpPr>
            <a:spLocks noGrp="1"/>
          </p:cNvSpPr>
          <p:nvPr>
            <p:ph type="title"/>
          </p:nvPr>
        </p:nvSpPr>
        <p:spPr>
          <a:xfrm>
            <a:off x="839788" y="457200"/>
            <a:ext cx="3932237" cy="1600200"/>
          </a:xfrm>
        </p:spPr>
        <p:txBody>
          <a:bodyPr anchor="b"/>
          <a:lstStyle>
            <a:lvl1pPr>
              <a:defRPr sz="3200"/>
            </a:lvl1pPr>
          </a:lstStyle>
          <a:p>
            <a:r>
              <a:rPr lang="it-IT" smtClean="0"/>
              <a:t>Fare clic per modificare lo stile del titolo</a:t>
            </a:r>
            <a:endParaRPr lang="it-IT"/>
          </a:p>
        </p:txBody>
      </p:sp>
      <p:sp>
        <p:nvSpPr>
          <p:cNvPr id="3" name="Segnaposto immagine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it-IT"/>
          </a:p>
        </p:txBody>
      </p:sp>
      <p:sp>
        <p:nvSpPr>
          <p:cNvPr id="4" name="Segnaposto testo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smtClean="0"/>
              <a:t>Fare clic per modificare stili del testo dello schema</a:t>
            </a:r>
          </a:p>
        </p:txBody>
      </p:sp>
      <p:sp>
        <p:nvSpPr>
          <p:cNvPr id="5" name="Segnaposto data 4"/>
          <p:cNvSpPr>
            <a:spLocks noGrp="1"/>
          </p:cNvSpPr>
          <p:nvPr>
            <p:ph type="dt" sz="half" idx="10"/>
          </p:nvPr>
        </p:nvSpPr>
        <p:spPr/>
        <p:txBody>
          <a:bodyPr/>
          <a:lstStyle/>
          <a:p>
            <a:fld id="{9BBA59E9-9C26-49DA-BB39-72C4B0F0005C}" type="datetimeFigureOut">
              <a:rPr lang="it-IT" smtClean="0"/>
              <a:t>05/05/2018</a:t>
            </a:fld>
            <a:endParaRPr lang="it-IT"/>
          </a:p>
        </p:txBody>
      </p:sp>
      <p:sp>
        <p:nvSpPr>
          <p:cNvPr id="6" name="Segnaposto piè di pagina 5"/>
          <p:cNvSpPr>
            <a:spLocks noGrp="1"/>
          </p:cNvSpPr>
          <p:nvPr>
            <p:ph type="ftr" sz="quarter" idx="11"/>
          </p:nvPr>
        </p:nvSpPr>
        <p:spPr/>
        <p:txBody>
          <a:bodyPr/>
          <a:lstStyle/>
          <a:p>
            <a:endParaRPr lang="it-IT"/>
          </a:p>
        </p:txBody>
      </p:sp>
      <p:sp>
        <p:nvSpPr>
          <p:cNvPr id="7" name="Segnaposto numero diapositiva 6"/>
          <p:cNvSpPr>
            <a:spLocks noGrp="1"/>
          </p:cNvSpPr>
          <p:nvPr>
            <p:ph type="sldNum" sz="quarter" idx="12"/>
          </p:nvPr>
        </p:nvSpPr>
        <p:spPr/>
        <p:txBody>
          <a:bodyPr/>
          <a:lstStyle/>
          <a:p>
            <a:fld id="{B61EEA6E-6C7A-4EC2-8201-29C9AB74BD6B}" type="slidenum">
              <a:rPr lang="it-IT" smtClean="0"/>
              <a:t>‹N›</a:t>
            </a:fld>
            <a:endParaRPr lang="it-IT"/>
          </a:p>
        </p:txBody>
      </p:sp>
    </p:spTree>
    <p:extLst>
      <p:ext uri="{BB962C8B-B14F-4D97-AF65-F5344CB8AC3E}">
        <p14:creationId xmlns:p14="http://schemas.microsoft.com/office/powerpoint/2010/main" val="25641337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smtClean="0"/>
              <a:t>Fare clic per modificare lo stile del titolo</a:t>
            </a:r>
            <a:endParaRPr lang="it-IT"/>
          </a:p>
        </p:txBody>
      </p:sp>
      <p:sp>
        <p:nvSpPr>
          <p:cNvPr id="3" name="Segnaposto testo verticale 2"/>
          <p:cNvSpPr>
            <a:spLocks noGrp="1"/>
          </p:cNvSpPr>
          <p:nvPr>
            <p:ph type="body" orient="vert" idx="1"/>
          </p:nvPr>
        </p:nvSpPr>
        <p:spPr/>
        <p:txBody>
          <a:bodyPr vert="eaVert"/>
          <a:lstStyle/>
          <a:p>
            <a:pPr lvl="0"/>
            <a:r>
              <a:rPr lang="it-IT" smtClean="0"/>
              <a:t>Fare clic per modificare stili del testo dello schema</a:t>
            </a:r>
          </a:p>
          <a:p>
            <a:pPr lvl="1"/>
            <a:r>
              <a:rPr lang="it-IT" smtClean="0"/>
              <a:t>Secondo livello</a:t>
            </a:r>
          </a:p>
          <a:p>
            <a:pPr lvl="2"/>
            <a:r>
              <a:rPr lang="it-IT" smtClean="0"/>
              <a:t>Terzo livello</a:t>
            </a:r>
          </a:p>
          <a:p>
            <a:pPr lvl="3"/>
            <a:r>
              <a:rPr lang="it-IT" smtClean="0"/>
              <a:t>Quarto livello</a:t>
            </a:r>
          </a:p>
          <a:p>
            <a:pPr lvl="4"/>
            <a:r>
              <a:rPr lang="it-IT" smtClean="0"/>
              <a:t>Quinto livello</a:t>
            </a:r>
            <a:endParaRPr lang="it-IT"/>
          </a:p>
        </p:txBody>
      </p:sp>
      <p:sp>
        <p:nvSpPr>
          <p:cNvPr id="4" name="Segnaposto data 3"/>
          <p:cNvSpPr>
            <a:spLocks noGrp="1"/>
          </p:cNvSpPr>
          <p:nvPr>
            <p:ph type="dt" sz="half" idx="10"/>
          </p:nvPr>
        </p:nvSpPr>
        <p:spPr/>
        <p:txBody>
          <a:bodyPr/>
          <a:lstStyle/>
          <a:p>
            <a:fld id="{9BBA59E9-9C26-49DA-BB39-72C4B0F0005C}" type="datetimeFigureOut">
              <a:rPr lang="it-IT" smtClean="0"/>
              <a:t>05/05/2018</a:t>
            </a:fld>
            <a:endParaRPr lang="it-IT"/>
          </a:p>
        </p:txBody>
      </p:sp>
      <p:sp>
        <p:nvSpPr>
          <p:cNvPr id="5" name="Segnaposto piè di pagina 4"/>
          <p:cNvSpPr>
            <a:spLocks noGrp="1"/>
          </p:cNvSpPr>
          <p:nvPr>
            <p:ph type="ftr" sz="quarter" idx="11"/>
          </p:nvPr>
        </p:nvSpPr>
        <p:spPr/>
        <p:txBody>
          <a:bodyPr/>
          <a:lstStyle/>
          <a:p>
            <a:endParaRPr lang="it-IT"/>
          </a:p>
        </p:txBody>
      </p:sp>
      <p:sp>
        <p:nvSpPr>
          <p:cNvPr id="6" name="Segnaposto numero diapositiva 5"/>
          <p:cNvSpPr>
            <a:spLocks noGrp="1"/>
          </p:cNvSpPr>
          <p:nvPr>
            <p:ph type="sldNum" sz="quarter" idx="12"/>
          </p:nvPr>
        </p:nvSpPr>
        <p:spPr/>
        <p:txBody>
          <a:bodyPr/>
          <a:lstStyle/>
          <a:p>
            <a:fld id="{B61EEA6E-6C7A-4EC2-8201-29C9AB74BD6B}" type="slidenum">
              <a:rPr lang="it-IT" smtClean="0"/>
              <a:t>‹N›</a:t>
            </a:fld>
            <a:endParaRPr lang="it-IT"/>
          </a:p>
        </p:txBody>
      </p:sp>
    </p:spTree>
    <p:extLst>
      <p:ext uri="{BB962C8B-B14F-4D97-AF65-F5344CB8AC3E}">
        <p14:creationId xmlns:p14="http://schemas.microsoft.com/office/powerpoint/2010/main" val="308151018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olo e testo verticale">
    <p:spTree>
      <p:nvGrpSpPr>
        <p:cNvPr id="1" name=""/>
        <p:cNvGrpSpPr/>
        <p:nvPr/>
      </p:nvGrpSpPr>
      <p:grpSpPr>
        <a:xfrm>
          <a:off x="0" y="0"/>
          <a:ext cx="0" cy="0"/>
          <a:chOff x="0" y="0"/>
          <a:chExt cx="0" cy="0"/>
        </a:xfrm>
      </p:grpSpPr>
      <p:sp>
        <p:nvSpPr>
          <p:cNvPr id="2" name="Titolo verticale 1"/>
          <p:cNvSpPr>
            <a:spLocks noGrp="1"/>
          </p:cNvSpPr>
          <p:nvPr>
            <p:ph type="title" orient="vert"/>
          </p:nvPr>
        </p:nvSpPr>
        <p:spPr>
          <a:xfrm>
            <a:off x="8724900" y="365125"/>
            <a:ext cx="2628900" cy="5811838"/>
          </a:xfrm>
        </p:spPr>
        <p:txBody>
          <a:bodyPr vert="eaVert"/>
          <a:lstStyle/>
          <a:p>
            <a:r>
              <a:rPr lang="it-IT" smtClean="0"/>
              <a:t>Fare clic per modificare lo stile del titolo</a:t>
            </a:r>
            <a:endParaRPr lang="it-IT"/>
          </a:p>
        </p:txBody>
      </p:sp>
      <p:sp>
        <p:nvSpPr>
          <p:cNvPr id="3" name="Segnaposto testo verticale 2"/>
          <p:cNvSpPr>
            <a:spLocks noGrp="1"/>
          </p:cNvSpPr>
          <p:nvPr>
            <p:ph type="body" orient="vert" idx="1"/>
          </p:nvPr>
        </p:nvSpPr>
        <p:spPr>
          <a:xfrm>
            <a:off x="838200" y="365125"/>
            <a:ext cx="7734300" cy="5811838"/>
          </a:xfrm>
        </p:spPr>
        <p:txBody>
          <a:bodyPr vert="eaVert"/>
          <a:lstStyle/>
          <a:p>
            <a:pPr lvl="0"/>
            <a:r>
              <a:rPr lang="it-IT" smtClean="0"/>
              <a:t>Fare clic per modificare stili del testo dello schema</a:t>
            </a:r>
          </a:p>
          <a:p>
            <a:pPr lvl="1"/>
            <a:r>
              <a:rPr lang="it-IT" smtClean="0"/>
              <a:t>Secondo livello</a:t>
            </a:r>
          </a:p>
          <a:p>
            <a:pPr lvl="2"/>
            <a:r>
              <a:rPr lang="it-IT" smtClean="0"/>
              <a:t>Terzo livello</a:t>
            </a:r>
          </a:p>
          <a:p>
            <a:pPr lvl="3"/>
            <a:r>
              <a:rPr lang="it-IT" smtClean="0"/>
              <a:t>Quarto livello</a:t>
            </a:r>
          </a:p>
          <a:p>
            <a:pPr lvl="4"/>
            <a:r>
              <a:rPr lang="it-IT" smtClean="0"/>
              <a:t>Quinto livello</a:t>
            </a:r>
            <a:endParaRPr lang="it-IT"/>
          </a:p>
        </p:txBody>
      </p:sp>
      <p:sp>
        <p:nvSpPr>
          <p:cNvPr id="4" name="Segnaposto data 3"/>
          <p:cNvSpPr>
            <a:spLocks noGrp="1"/>
          </p:cNvSpPr>
          <p:nvPr>
            <p:ph type="dt" sz="half" idx="10"/>
          </p:nvPr>
        </p:nvSpPr>
        <p:spPr/>
        <p:txBody>
          <a:bodyPr/>
          <a:lstStyle/>
          <a:p>
            <a:fld id="{9BBA59E9-9C26-49DA-BB39-72C4B0F0005C}" type="datetimeFigureOut">
              <a:rPr lang="it-IT" smtClean="0"/>
              <a:t>05/05/2018</a:t>
            </a:fld>
            <a:endParaRPr lang="it-IT"/>
          </a:p>
        </p:txBody>
      </p:sp>
      <p:sp>
        <p:nvSpPr>
          <p:cNvPr id="5" name="Segnaposto piè di pagina 4"/>
          <p:cNvSpPr>
            <a:spLocks noGrp="1"/>
          </p:cNvSpPr>
          <p:nvPr>
            <p:ph type="ftr" sz="quarter" idx="11"/>
          </p:nvPr>
        </p:nvSpPr>
        <p:spPr/>
        <p:txBody>
          <a:bodyPr/>
          <a:lstStyle/>
          <a:p>
            <a:endParaRPr lang="it-IT"/>
          </a:p>
        </p:txBody>
      </p:sp>
      <p:sp>
        <p:nvSpPr>
          <p:cNvPr id="6" name="Segnaposto numero diapositiva 5"/>
          <p:cNvSpPr>
            <a:spLocks noGrp="1"/>
          </p:cNvSpPr>
          <p:nvPr>
            <p:ph type="sldNum" sz="quarter" idx="12"/>
          </p:nvPr>
        </p:nvSpPr>
        <p:spPr/>
        <p:txBody>
          <a:bodyPr/>
          <a:lstStyle/>
          <a:p>
            <a:fld id="{B61EEA6E-6C7A-4EC2-8201-29C9AB74BD6B}" type="slidenum">
              <a:rPr lang="it-IT" smtClean="0"/>
              <a:t>‹N›</a:t>
            </a:fld>
            <a:endParaRPr lang="it-IT"/>
          </a:p>
        </p:txBody>
      </p:sp>
    </p:spTree>
    <p:extLst>
      <p:ext uri="{BB962C8B-B14F-4D97-AF65-F5344CB8AC3E}">
        <p14:creationId xmlns:p14="http://schemas.microsoft.com/office/powerpoint/2010/main" val="32851519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titolo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it-IT" smtClean="0"/>
              <a:t>Fare clic per modificare lo stile del titolo</a:t>
            </a:r>
            <a:endParaRPr lang="it-IT"/>
          </a:p>
        </p:txBody>
      </p:sp>
      <p:sp>
        <p:nvSpPr>
          <p:cNvPr id="3" name="Segnaposto testo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it-IT" smtClean="0"/>
              <a:t>Fare clic per modificare stili del testo dello schema</a:t>
            </a:r>
          </a:p>
          <a:p>
            <a:pPr lvl="1"/>
            <a:r>
              <a:rPr lang="it-IT" smtClean="0"/>
              <a:t>Secondo livello</a:t>
            </a:r>
          </a:p>
          <a:p>
            <a:pPr lvl="2"/>
            <a:r>
              <a:rPr lang="it-IT" smtClean="0"/>
              <a:t>Terzo livello</a:t>
            </a:r>
          </a:p>
          <a:p>
            <a:pPr lvl="3"/>
            <a:r>
              <a:rPr lang="it-IT" smtClean="0"/>
              <a:t>Quarto livello</a:t>
            </a:r>
          </a:p>
          <a:p>
            <a:pPr lvl="4"/>
            <a:r>
              <a:rPr lang="it-IT" smtClean="0"/>
              <a:t>Quinto livello</a:t>
            </a:r>
            <a:endParaRPr lang="it-IT"/>
          </a:p>
        </p:txBody>
      </p:sp>
      <p:sp>
        <p:nvSpPr>
          <p:cNvPr id="4" name="Segnaposto data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BBA59E9-9C26-49DA-BB39-72C4B0F0005C}" type="datetimeFigureOut">
              <a:rPr lang="it-IT" smtClean="0"/>
              <a:t>05/05/2018</a:t>
            </a:fld>
            <a:endParaRPr lang="it-IT"/>
          </a:p>
        </p:txBody>
      </p:sp>
      <p:sp>
        <p:nvSpPr>
          <p:cNvPr id="5" name="Segnaposto piè di pagina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it-IT"/>
          </a:p>
        </p:txBody>
      </p:sp>
      <p:sp>
        <p:nvSpPr>
          <p:cNvPr id="6" name="Segnaposto numero diapositiva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1EEA6E-6C7A-4EC2-8201-29C9AB74BD6B}" type="slidenum">
              <a:rPr lang="it-IT" smtClean="0"/>
              <a:t>‹N›</a:t>
            </a:fld>
            <a:endParaRPr lang="it-IT"/>
          </a:p>
        </p:txBody>
      </p:sp>
    </p:spTree>
    <p:extLst>
      <p:ext uri="{BB962C8B-B14F-4D97-AF65-F5344CB8AC3E}">
        <p14:creationId xmlns:p14="http://schemas.microsoft.com/office/powerpoint/2010/main" val="318322602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cs.nyu.edu/~silberman/datasets/nyu_depth_v2" TargetMode="External"/><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hyperlink" Target="http://www.vision.caltech.edu/bouguetj/calib_doc/"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hyperlink" Target="https://www.willowgarage.com/sites/default/files/holz_rgbd_seg.pdf" TargetMode="Externa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ctrTitle"/>
          </p:nvPr>
        </p:nvSpPr>
        <p:spPr/>
        <p:txBody>
          <a:bodyPr/>
          <a:lstStyle/>
          <a:p>
            <a:r>
              <a:rPr lang="it-IT" dirty="0" err="1" smtClean="0"/>
              <a:t>Plane</a:t>
            </a:r>
            <a:r>
              <a:rPr lang="it-IT" dirty="0" smtClean="0"/>
              <a:t> </a:t>
            </a:r>
            <a:r>
              <a:rPr lang="it-IT" dirty="0" err="1" smtClean="0"/>
              <a:t>segmentation</a:t>
            </a:r>
            <a:r>
              <a:rPr lang="it-IT" dirty="0" smtClean="0"/>
              <a:t> </a:t>
            </a:r>
            <a:r>
              <a:rPr lang="it-IT" dirty="0" err="1" smtClean="0"/>
              <a:t>using</a:t>
            </a:r>
            <a:r>
              <a:rPr lang="it-IT" dirty="0" smtClean="0"/>
              <a:t> RGBD data</a:t>
            </a:r>
            <a:endParaRPr lang="it-IT" dirty="0"/>
          </a:p>
        </p:txBody>
      </p:sp>
      <p:sp>
        <p:nvSpPr>
          <p:cNvPr id="3" name="Sottotitolo 2"/>
          <p:cNvSpPr>
            <a:spLocks noGrp="1"/>
          </p:cNvSpPr>
          <p:nvPr>
            <p:ph type="subTitle" idx="1"/>
          </p:nvPr>
        </p:nvSpPr>
        <p:spPr/>
        <p:txBody>
          <a:bodyPr/>
          <a:lstStyle/>
          <a:p>
            <a:r>
              <a:rPr lang="it-IT" dirty="0" err="1" smtClean="0"/>
              <a:t>Implementation</a:t>
            </a:r>
            <a:r>
              <a:rPr lang="it-IT" dirty="0" smtClean="0"/>
              <a:t> of </a:t>
            </a:r>
            <a:r>
              <a:rPr lang="it-IT" dirty="0"/>
              <a:t>a </a:t>
            </a:r>
            <a:r>
              <a:rPr lang="it-IT" dirty="0" err="1"/>
              <a:t>segmentation</a:t>
            </a:r>
            <a:r>
              <a:rPr lang="it-IT" dirty="0"/>
              <a:t> </a:t>
            </a:r>
            <a:r>
              <a:rPr lang="it-IT" dirty="0" err="1" smtClean="0"/>
              <a:t>strategy</a:t>
            </a:r>
            <a:r>
              <a:rPr lang="it-IT" dirty="0" smtClean="0"/>
              <a:t> </a:t>
            </a:r>
            <a:r>
              <a:rPr lang="en-US" dirty="0" smtClean="0"/>
              <a:t>for RGBD </a:t>
            </a:r>
            <a:r>
              <a:rPr lang="en-US" dirty="0"/>
              <a:t>signals that clusters pixels according to their </a:t>
            </a:r>
            <a:r>
              <a:rPr lang="en-US" dirty="0" err="1" smtClean="0"/>
              <a:t>normals</a:t>
            </a:r>
            <a:endParaRPr lang="it-IT" dirty="0"/>
          </a:p>
        </p:txBody>
      </p:sp>
    </p:spTree>
    <p:extLst>
      <p:ext uri="{BB962C8B-B14F-4D97-AF65-F5344CB8AC3E}">
        <p14:creationId xmlns:p14="http://schemas.microsoft.com/office/powerpoint/2010/main" val="27792784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smtClean="0"/>
              <a:t>Input </a:t>
            </a:r>
            <a:r>
              <a:rPr lang="it-IT" dirty="0" err="1" smtClean="0"/>
              <a:t>dataset</a:t>
            </a:r>
            <a:endParaRPr lang="it-IT" dirty="0"/>
          </a:p>
        </p:txBody>
      </p:sp>
      <p:pic>
        <p:nvPicPr>
          <p:cNvPr id="4" name="Segnaposto contenuto 3"/>
          <p:cNvPicPr>
            <a:picLocks noGrp="1" noChangeAspect="1"/>
          </p:cNvPicPr>
          <p:nvPr>
            <p:ph idx="1"/>
          </p:nvPr>
        </p:nvPicPr>
        <p:blipFill>
          <a:blip r:embed="rId2" cstate="print">
            <a:extLst>
              <a:ext uri="{28A0092B-C50C-407E-A947-70E740481C1C}">
                <a14:useLocalDpi xmlns:a14="http://schemas.microsoft.com/office/drawing/2010/main" val="0"/>
              </a:ext>
            </a:extLst>
          </a:blip>
          <a:stretch>
            <a:fillRect/>
          </a:stretch>
        </p:blipFill>
        <p:spPr>
          <a:xfrm>
            <a:off x="2847975" y="2056369"/>
            <a:ext cx="6496050" cy="3889850"/>
          </a:xfrm>
        </p:spPr>
      </p:pic>
      <p:sp>
        <p:nvSpPr>
          <p:cNvPr id="5" name="CasellaDiTesto 4"/>
          <p:cNvSpPr txBox="1"/>
          <p:nvPr/>
        </p:nvSpPr>
        <p:spPr>
          <a:xfrm>
            <a:off x="1028700" y="1557338"/>
            <a:ext cx="10744200" cy="646331"/>
          </a:xfrm>
          <a:prstGeom prst="rect">
            <a:avLst/>
          </a:prstGeom>
          <a:noFill/>
        </p:spPr>
        <p:txBody>
          <a:bodyPr wrap="square" rtlCol="0">
            <a:spAutoFit/>
          </a:bodyPr>
          <a:lstStyle/>
          <a:p>
            <a:r>
              <a:rPr lang="it-IT" dirty="0" smtClean="0">
                <a:hlinkClick r:id="rId3"/>
              </a:rPr>
              <a:t>https://cs.nyu.edu/~silberman/datasets/nyu_depth_v2</a:t>
            </a:r>
            <a:endParaRPr lang="it-IT" dirty="0" smtClean="0"/>
          </a:p>
          <a:p>
            <a:endParaRPr lang="it-IT" dirty="0"/>
          </a:p>
        </p:txBody>
      </p:sp>
    </p:spTree>
    <p:extLst>
      <p:ext uri="{BB962C8B-B14F-4D97-AF65-F5344CB8AC3E}">
        <p14:creationId xmlns:p14="http://schemas.microsoft.com/office/powerpoint/2010/main" val="41139863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smtClean="0"/>
              <a:t>Preprocessing</a:t>
            </a:r>
            <a:r>
              <a:rPr lang="it-IT" dirty="0" smtClean="0"/>
              <a:t> - </a:t>
            </a:r>
            <a:r>
              <a:rPr lang="it-IT" dirty="0" err="1" smtClean="0"/>
              <a:t>project_depth_map</a:t>
            </a:r>
            <a:endParaRPr lang="it-IT" dirty="0"/>
          </a:p>
        </p:txBody>
      </p:sp>
      <mc:AlternateContent xmlns:mc="http://schemas.openxmlformats.org/markup-compatibility/2006">
        <mc:Choice xmlns:a14="http://schemas.microsoft.com/office/drawing/2010/main" Requires="a14">
          <p:sp>
            <p:nvSpPr>
              <p:cNvPr id="3" name="Segnaposto contenuto 2"/>
              <p:cNvSpPr>
                <a:spLocks noGrp="1"/>
              </p:cNvSpPr>
              <p:nvPr>
                <p:ph idx="1"/>
              </p:nvPr>
            </p:nvSpPr>
            <p:spPr/>
            <p:txBody>
              <a:bodyPr>
                <a:normAutofit fontScale="92500" lnSpcReduction="10000"/>
              </a:bodyPr>
              <a:lstStyle/>
              <a:p>
                <a:r>
                  <a:rPr lang="it-IT" dirty="0" smtClean="0"/>
                  <a:t>From RGB </a:t>
                </a:r>
                <a:r>
                  <a:rPr lang="it-IT" dirty="0" err="1" smtClean="0"/>
                  <a:t>raw</a:t>
                </a:r>
                <a:r>
                  <a:rPr lang="it-IT" dirty="0" smtClean="0"/>
                  <a:t> image and Depth image to </a:t>
                </a:r>
                <a:r>
                  <a:rPr lang="it-IT" dirty="0" err="1" smtClean="0"/>
                  <a:t>undistorted</a:t>
                </a:r>
                <a:r>
                  <a:rPr lang="it-IT" dirty="0" smtClean="0"/>
                  <a:t> images</a:t>
                </a:r>
                <a:br>
                  <a:rPr lang="it-IT" dirty="0" smtClean="0"/>
                </a:br>
                <a:r>
                  <a:rPr lang="it-IT" dirty="0">
                    <a:hlinkClick r:id="rId2"/>
                  </a:rPr>
                  <a:t>http://www.vision.caltech.edu/bouguetj/calib_doc</a:t>
                </a:r>
                <a:r>
                  <a:rPr lang="it-IT" dirty="0" smtClean="0">
                    <a:hlinkClick r:id="rId2"/>
                  </a:rPr>
                  <a:t>/</a:t>
                </a:r>
                <a:r>
                  <a:rPr lang="it-IT" dirty="0"/>
                  <a:t/>
                </a:r>
                <a:br>
                  <a:rPr lang="it-IT" dirty="0"/>
                </a:br>
                <a14:m>
                  <m:oMath xmlns:m="http://schemas.openxmlformats.org/officeDocument/2006/math">
                    <m:sSup>
                      <m:sSupPr>
                        <m:ctrlPr>
                          <a:rPr lang="it-IT" i="1">
                            <a:latin typeface="Cambria Math" panose="02040503050406030204" pitchFamily="18" charset="0"/>
                          </a:rPr>
                        </m:ctrlPr>
                      </m:sSupPr>
                      <m:e>
                        <m:r>
                          <m:rPr>
                            <m:nor/>
                          </m:rPr>
                          <a:rPr lang="it-IT" i="1" dirty="0">
                            <a:latin typeface="Cambria Math" panose="02040503050406030204" pitchFamily="18" charset="0"/>
                          </a:rPr>
                          <m:t>(</m:t>
                        </m:r>
                        <m:r>
                          <m:rPr>
                            <m:nor/>
                          </m:rPr>
                          <a:rPr lang="it-IT" i="1" dirty="0">
                            <a:latin typeface="Cambria Math" panose="02040503050406030204" pitchFamily="18" charset="0"/>
                          </a:rPr>
                          <m:t>x</m:t>
                        </m:r>
                        <m:r>
                          <m:rPr>
                            <m:nor/>
                          </m:rPr>
                          <a:rPr lang="it-IT" i="1" dirty="0">
                            <a:latin typeface="Cambria Math" panose="02040503050406030204" pitchFamily="18" charset="0"/>
                          </a:rPr>
                          <m:t>/</m:t>
                        </m:r>
                        <m:r>
                          <m:rPr>
                            <m:nor/>
                          </m:rPr>
                          <a:rPr lang="it-IT" i="1" dirty="0">
                            <a:latin typeface="Cambria Math" panose="02040503050406030204" pitchFamily="18" charset="0"/>
                          </a:rPr>
                          <m:t>z</m:t>
                        </m:r>
                        <m:r>
                          <m:rPr>
                            <m:nor/>
                          </m:rPr>
                          <a:rPr lang="it-IT" i="1" dirty="0">
                            <a:latin typeface="Cambria Math" panose="02040503050406030204" pitchFamily="18" charset="0"/>
                          </a:rPr>
                          <m:t> , </m:t>
                        </m:r>
                        <m:r>
                          <m:rPr>
                            <m:nor/>
                          </m:rPr>
                          <a:rPr lang="it-IT" i="1" dirty="0">
                            <a:latin typeface="Cambria Math" panose="02040503050406030204" pitchFamily="18" charset="0"/>
                          </a:rPr>
                          <m:t>y</m:t>
                        </m:r>
                        <m:r>
                          <m:rPr>
                            <m:nor/>
                          </m:rPr>
                          <a:rPr lang="it-IT" i="1" dirty="0">
                            <a:latin typeface="Cambria Math" panose="02040503050406030204" pitchFamily="18" charset="0"/>
                          </a:rPr>
                          <m:t>/</m:t>
                        </m:r>
                        <m:r>
                          <m:rPr>
                            <m:nor/>
                          </m:rPr>
                          <a:rPr lang="it-IT" i="1" dirty="0">
                            <a:latin typeface="Cambria Math" panose="02040503050406030204" pitchFamily="18" charset="0"/>
                          </a:rPr>
                          <m:t>z</m:t>
                        </m:r>
                        <m:r>
                          <m:rPr>
                            <m:nor/>
                          </m:rPr>
                          <a:rPr lang="it-IT" i="1" dirty="0">
                            <a:latin typeface="Cambria Math" panose="02040503050406030204" pitchFamily="18" charset="0"/>
                          </a:rPr>
                          <m:t> , 1)=</m:t>
                        </m:r>
                        <m:r>
                          <a:rPr lang="it-IT" i="1">
                            <a:latin typeface="Cambria Math" panose="02040503050406030204" pitchFamily="18" charset="0"/>
                          </a:rPr>
                          <m:t>𝐾</m:t>
                        </m:r>
                      </m:e>
                      <m:sup>
                        <m:r>
                          <a:rPr lang="it-IT" i="1">
                            <a:latin typeface="Cambria Math" panose="02040503050406030204" pitchFamily="18" charset="0"/>
                          </a:rPr>
                          <m:t>−1</m:t>
                        </m:r>
                      </m:sup>
                    </m:sSup>
                    <m:d>
                      <m:dPr>
                        <m:begChr m:val="["/>
                        <m:endChr m:val="]"/>
                        <m:ctrlPr>
                          <a:rPr lang="it-IT" i="1">
                            <a:latin typeface="Cambria Math" panose="02040503050406030204" pitchFamily="18" charset="0"/>
                          </a:rPr>
                        </m:ctrlPr>
                      </m:dPr>
                      <m:e>
                        <m:r>
                          <a:rPr lang="it-IT" i="1">
                            <a:latin typeface="Cambria Math" panose="02040503050406030204" pitchFamily="18" charset="0"/>
                          </a:rPr>
                          <m:t>𝑢</m:t>
                        </m:r>
                        <m:r>
                          <a:rPr lang="it-IT" i="1">
                            <a:latin typeface="Cambria Math" panose="02040503050406030204" pitchFamily="18" charset="0"/>
                          </a:rPr>
                          <m:t>,</m:t>
                        </m:r>
                        <m:r>
                          <a:rPr lang="it-IT" i="1">
                            <a:latin typeface="Cambria Math" panose="02040503050406030204" pitchFamily="18" charset="0"/>
                          </a:rPr>
                          <m:t>𝑣</m:t>
                        </m:r>
                        <m:r>
                          <a:rPr lang="it-IT" i="1">
                            <a:latin typeface="Cambria Math" panose="02040503050406030204" pitchFamily="18" charset="0"/>
                          </a:rPr>
                          <m:t>,1</m:t>
                        </m:r>
                      </m:e>
                    </m:d>
                  </m:oMath>
                </a14:m>
                <a:r>
                  <a:rPr lang="it-IT" dirty="0" smtClean="0"/>
                  <a:t/>
                </a:r>
                <a:br>
                  <a:rPr lang="it-IT" dirty="0" smtClean="0"/>
                </a:br>
                <a14:m>
                  <m:oMath xmlns:m="http://schemas.openxmlformats.org/officeDocument/2006/math">
                    <m:r>
                      <a:rPr lang="it-IT" b="0" i="0" smtClean="0">
                        <a:latin typeface="Cambria Math" panose="02040503050406030204" pitchFamily="18" charset="0"/>
                      </a:rPr>
                      <m:t> </m:t>
                    </m:r>
                    <m:sSup>
                      <m:sSupPr>
                        <m:ctrlPr>
                          <a:rPr lang="it-IT" b="0" i="1" smtClean="0">
                            <a:latin typeface="Cambria Math" panose="02040503050406030204" pitchFamily="18" charset="0"/>
                          </a:rPr>
                        </m:ctrlPr>
                      </m:sSupPr>
                      <m:e>
                        <m:r>
                          <a:rPr lang="it-IT" b="0" i="1" smtClean="0">
                            <a:latin typeface="Cambria Math" panose="02040503050406030204" pitchFamily="18" charset="0"/>
                          </a:rPr>
                          <m:t>𝑥</m:t>
                        </m:r>
                      </m:e>
                      <m:sup>
                        <m:r>
                          <a:rPr lang="it-IT" b="0" i="1" smtClean="0">
                            <a:latin typeface="Cambria Math" panose="02040503050406030204" pitchFamily="18" charset="0"/>
                          </a:rPr>
                          <m:t>′</m:t>
                        </m:r>
                      </m:sup>
                    </m:sSup>
                    <m:r>
                      <a:rPr lang="it-IT" b="0" i="1" smtClean="0">
                        <a:latin typeface="Cambria Math" panose="02040503050406030204" pitchFamily="18" charset="0"/>
                      </a:rPr>
                      <m:t>,</m:t>
                    </m:r>
                    <m:sSup>
                      <m:sSupPr>
                        <m:ctrlPr>
                          <a:rPr lang="it-IT" b="0" i="1" smtClean="0">
                            <a:latin typeface="Cambria Math" panose="02040503050406030204" pitchFamily="18" charset="0"/>
                          </a:rPr>
                        </m:ctrlPr>
                      </m:sSupPr>
                      <m:e>
                        <m:r>
                          <a:rPr lang="it-IT" b="0" i="1" smtClean="0">
                            <a:latin typeface="Cambria Math" panose="02040503050406030204" pitchFamily="18" charset="0"/>
                          </a:rPr>
                          <m:t>𝑦</m:t>
                        </m:r>
                      </m:e>
                      <m:sup>
                        <m:r>
                          <a:rPr lang="it-IT" b="0" i="1" smtClean="0">
                            <a:latin typeface="Cambria Math" panose="02040503050406030204" pitchFamily="18" charset="0"/>
                          </a:rPr>
                          <m:t>′</m:t>
                        </m:r>
                      </m:sup>
                    </m:sSup>
                    <m:r>
                      <a:rPr lang="it-IT" b="0" i="1" smtClean="0">
                        <a:latin typeface="Cambria Math" panose="02040503050406030204" pitchFamily="18" charset="0"/>
                      </a:rPr>
                      <m:t>=</m:t>
                    </m:r>
                    <m:r>
                      <a:rPr lang="it-IT" b="0" i="1" smtClean="0">
                        <a:latin typeface="Cambria Math" panose="02040503050406030204" pitchFamily="18" charset="0"/>
                      </a:rPr>
                      <m:t>𝑑𝑖𝑠𝑡𝑜𝑟𝑡</m:t>
                    </m:r>
                    <m:d>
                      <m:dPr>
                        <m:ctrlPr>
                          <a:rPr lang="it-IT" b="0" i="1" smtClean="0">
                            <a:latin typeface="Cambria Math" panose="02040503050406030204" pitchFamily="18" charset="0"/>
                          </a:rPr>
                        </m:ctrlPr>
                      </m:dPr>
                      <m:e>
                        <m:r>
                          <a:rPr lang="it-IT" b="0" i="1" smtClean="0">
                            <a:latin typeface="Cambria Math" panose="02040503050406030204" pitchFamily="18" charset="0"/>
                          </a:rPr>
                          <m:t>𝑥</m:t>
                        </m:r>
                        <m:r>
                          <a:rPr lang="it-IT" b="0" i="1" smtClean="0">
                            <a:latin typeface="Cambria Math" panose="02040503050406030204" pitchFamily="18" charset="0"/>
                          </a:rPr>
                          <m:t>/</m:t>
                        </m:r>
                        <m:r>
                          <a:rPr lang="it-IT" b="0" i="1" smtClean="0">
                            <a:latin typeface="Cambria Math" panose="02040503050406030204" pitchFamily="18" charset="0"/>
                          </a:rPr>
                          <m:t>𝑧</m:t>
                        </m:r>
                        <m:r>
                          <a:rPr lang="it-IT" b="0" i="1" smtClean="0">
                            <a:latin typeface="Cambria Math" panose="02040503050406030204" pitchFamily="18" charset="0"/>
                          </a:rPr>
                          <m:t>,</m:t>
                        </m:r>
                        <m:r>
                          <a:rPr lang="it-IT" b="0" i="1" smtClean="0">
                            <a:latin typeface="Cambria Math" panose="02040503050406030204" pitchFamily="18" charset="0"/>
                          </a:rPr>
                          <m:t>𝑦</m:t>
                        </m:r>
                        <m:r>
                          <a:rPr lang="it-IT" b="0" i="1" smtClean="0">
                            <a:latin typeface="Cambria Math" panose="02040503050406030204" pitchFamily="18" charset="0"/>
                          </a:rPr>
                          <m:t>/</m:t>
                        </m:r>
                        <m:r>
                          <a:rPr lang="it-IT" b="0" i="1" smtClean="0">
                            <a:latin typeface="Cambria Math" panose="02040503050406030204" pitchFamily="18" charset="0"/>
                          </a:rPr>
                          <m:t>𝑧</m:t>
                        </m:r>
                      </m:e>
                    </m:d>
                  </m:oMath>
                </a14:m>
                <a:r>
                  <a:rPr lang="en-US" b="0" dirty="0" smtClean="0"/>
                  <a:t/>
                </a:r>
                <a:br>
                  <a:rPr lang="en-US" b="0" dirty="0" smtClean="0"/>
                </a:br>
                <a14:m>
                  <m:oMath xmlns:m="http://schemas.openxmlformats.org/officeDocument/2006/math">
                    <m:d>
                      <m:dPr>
                        <m:begChr m:val="["/>
                        <m:endChr m:val="]"/>
                        <m:ctrlPr>
                          <a:rPr lang="it-IT" b="0" i="1" smtClean="0">
                            <a:latin typeface="Cambria Math" panose="02040503050406030204" pitchFamily="18" charset="0"/>
                          </a:rPr>
                        </m:ctrlPr>
                      </m:dPr>
                      <m:e>
                        <m:sSup>
                          <m:sSupPr>
                            <m:ctrlPr>
                              <a:rPr lang="it-IT" b="0" i="1" smtClean="0">
                                <a:latin typeface="Cambria Math" panose="02040503050406030204" pitchFamily="18" charset="0"/>
                              </a:rPr>
                            </m:ctrlPr>
                          </m:sSupPr>
                          <m:e>
                            <m:r>
                              <a:rPr lang="it-IT" b="0" i="1" smtClean="0">
                                <a:latin typeface="Cambria Math" panose="02040503050406030204" pitchFamily="18" charset="0"/>
                              </a:rPr>
                              <m:t>𝑢</m:t>
                            </m:r>
                          </m:e>
                          <m:sup>
                            <m:r>
                              <a:rPr lang="it-IT" b="0" i="1" smtClean="0">
                                <a:latin typeface="Cambria Math" panose="02040503050406030204" pitchFamily="18" charset="0"/>
                              </a:rPr>
                              <m:t>′</m:t>
                            </m:r>
                          </m:sup>
                        </m:sSup>
                        <m:r>
                          <a:rPr lang="it-IT" b="0" i="1" smtClean="0">
                            <a:latin typeface="Cambria Math" panose="02040503050406030204" pitchFamily="18" charset="0"/>
                          </a:rPr>
                          <m:t>,</m:t>
                        </m:r>
                        <m:sSup>
                          <m:sSupPr>
                            <m:ctrlPr>
                              <a:rPr lang="it-IT" b="0" i="1" smtClean="0">
                                <a:latin typeface="Cambria Math" panose="02040503050406030204" pitchFamily="18" charset="0"/>
                              </a:rPr>
                            </m:ctrlPr>
                          </m:sSupPr>
                          <m:e>
                            <m:r>
                              <a:rPr lang="it-IT" b="0" i="1" smtClean="0">
                                <a:latin typeface="Cambria Math" panose="02040503050406030204" pitchFamily="18" charset="0"/>
                              </a:rPr>
                              <m:t>𝑣</m:t>
                            </m:r>
                          </m:e>
                          <m:sup>
                            <m:r>
                              <a:rPr lang="it-IT" b="0" i="1" smtClean="0">
                                <a:latin typeface="Cambria Math" panose="02040503050406030204" pitchFamily="18" charset="0"/>
                              </a:rPr>
                              <m:t>′</m:t>
                            </m:r>
                          </m:sup>
                        </m:sSup>
                        <m:r>
                          <a:rPr lang="it-IT" b="0" i="1" smtClean="0">
                            <a:latin typeface="Cambria Math" panose="02040503050406030204" pitchFamily="18" charset="0"/>
                          </a:rPr>
                          <m:t>,1</m:t>
                        </m:r>
                      </m:e>
                    </m:d>
                    <m:r>
                      <a:rPr lang="it-IT" b="0" i="1" smtClean="0">
                        <a:latin typeface="Cambria Math" panose="02040503050406030204" pitchFamily="18" charset="0"/>
                      </a:rPr>
                      <m:t>=</m:t>
                    </m:r>
                    <m:r>
                      <a:rPr lang="it-IT" b="0" i="1" smtClean="0">
                        <a:latin typeface="Cambria Math" panose="02040503050406030204" pitchFamily="18" charset="0"/>
                      </a:rPr>
                      <m:t>𝐾</m:t>
                    </m:r>
                    <m:r>
                      <a:rPr lang="it-IT" b="0" i="1" smtClean="0">
                        <a:latin typeface="Cambria Math" panose="02040503050406030204" pitchFamily="18" charset="0"/>
                      </a:rPr>
                      <m:t>[</m:t>
                    </m:r>
                    <m:sSup>
                      <m:sSupPr>
                        <m:ctrlPr>
                          <a:rPr lang="it-IT" b="0" i="1" smtClean="0">
                            <a:latin typeface="Cambria Math" panose="02040503050406030204" pitchFamily="18" charset="0"/>
                          </a:rPr>
                        </m:ctrlPr>
                      </m:sSupPr>
                      <m:e>
                        <m:r>
                          <a:rPr lang="it-IT" b="0" i="1" smtClean="0">
                            <a:latin typeface="Cambria Math" panose="02040503050406030204" pitchFamily="18" charset="0"/>
                          </a:rPr>
                          <m:t>𝑥</m:t>
                        </m:r>
                      </m:e>
                      <m:sup>
                        <m:r>
                          <a:rPr lang="it-IT" b="0" i="1" smtClean="0">
                            <a:latin typeface="Cambria Math" panose="02040503050406030204" pitchFamily="18" charset="0"/>
                          </a:rPr>
                          <m:t>′</m:t>
                        </m:r>
                      </m:sup>
                    </m:sSup>
                    <m:r>
                      <a:rPr lang="it-IT" b="0" i="1" smtClean="0">
                        <a:latin typeface="Cambria Math" panose="02040503050406030204" pitchFamily="18" charset="0"/>
                      </a:rPr>
                      <m:t>,</m:t>
                    </m:r>
                    <m:sSup>
                      <m:sSupPr>
                        <m:ctrlPr>
                          <a:rPr lang="it-IT" b="0" i="1" smtClean="0">
                            <a:latin typeface="Cambria Math" panose="02040503050406030204" pitchFamily="18" charset="0"/>
                          </a:rPr>
                        </m:ctrlPr>
                      </m:sSupPr>
                      <m:e>
                        <m:r>
                          <a:rPr lang="it-IT" b="0" i="1" smtClean="0">
                            <a:latin typeface="Cambria Math" panose="02040503050406030204" pitchFamily="18" charset="0"/>
                          </a:rPr>
                          <m:t>𝑦</m:t>
                        </m:r>
                      </m:e>
                      <m:sup>
                        <m:r>
                          <a:rPr lang="it-IT" b="0" i="1" smtClean="0">
                            <a:latin typeface="Cambria Math" panose="02040503050406030204" pitchFamily="18" charset="0"/>
                          </a:rPr>
                          <m:t>′</m:t>
                        </m:r>
                      </m:sup>
                    </m:sSup>
                    <m:r>
                      <a:rPr lang="it-IT" b="0" i="1" smtClean="0">
                        <a:latin typeface="Cambria Math" panose="02040503050406030204" pitchFamily="18" charset="0"/>
                      </a:rPr>
                      <m:t>,1]</m:t>
                    </m:r>
                  </m:oMath>
                </a14:m>
                <a:r>
                  <a:rPr lang="it-IT" dirty="0" smtClean="0"/>
                  <a:t/>
                </a:r>
                <a:br>
                  <a:rPr lang="it-IT" dirty="0" smtClean="0"/>
                </a:br>
                <a:endParaRPr lang="it-IT" dirty="0" smtClean="0"/>
              </a:p>
              <a:p>
                <a:r>
                  <a:rPr lang="it-IT" dirty="0" smtClean="0"/>
                  <a:t>From </a:t>
                </a:r>
                <a:r>
                  <a:rPr lang="it-IT" dirty="0" err="1" smtClean="0"/>
                  <a:t>depth</a:t>
                </a:r>
                <a:r>
                  <a:rPr lang="it-IT" dirty="0" smtClean="0"/>
                  <a:t> image to 3D world </a:t>
                </a:r>
                <a:r>
                  <a:rPr lang="it-IT" dirty="0" err="1" smtClean="0"/>
                  <a:t>coordinates</a:t>
                </a:r>
                <a:r>
                  <a:rPr lang="it-IT" dirty="0" smtClean="0"/>
                  <a:t> w.r.t. the </a:t>
                </a:r>
                <a:r>
                  <a:rPr lang="it-IT" dirty="0" err="1" smtClean="0"/>
                  <a:t>depth</a:t>
                </a:r>
                <a:r>
                  <a:rPr lang="it-IT" dirty="0" smtClean="0"/>
                  <a:t> </a:t>
                </a:r>
                <a:r>
                  <a:rPr lang="it-IT" dirty="0" err="1" smtClean="0"/>
                  <a:t>sensor</a:t>
                </a:r>
                <a:r>
                  <a:rPr lang="it-IT" dirty="0" smtClean="0"/>
                  <a:t/>
                </a:r>
                <a:br>
                  <a:rPr lang="it-IT" dirty="0" smtClean="0"/>
                </a:br>
                <a:r>
                  <a:rPr lang="it-IT" dirty="0"/>
                  <a:t>depth_plane2depth_world</a:t>
                </a:r>
              </a:p>
              <a:p>
                <a:r>
                  <a:rPr lang="it-IT" dirty="0" smtClean="0"/>
                  <a:t>From </a:t>
                </a:r>
                <a:r>
                  <a:rPr lang="it-IT" dirty="0" err="1" smtClean="0"/>
                  <a:t>depth</a:t>
                </a:r>
                <a:r>
                  <a:rPr lang="it-IT" dirty="0" smtClean="0"/>
                  <a:t> 3D world </a:t>
                </a:r>
                <a:r>
                  <a:rPr lang="it-IT" dirty="0" err="1" smtClean="0"/>
                  <a:t>coordinates</a:t>
                </a:r>
                <a:r>
                  <a:rPr lang="it-IT" dirty="0" smtClean="0"/>
                  <a:t> to 3D world </a:t>
                </a:r>
                <a:r>
                  <a:rPr lang="it-IT" dirty="0" err="1" smtClean="0"/>
                  <a:t>coordinates</a:t>
                </a:r>
                <a:r>
                  <a:rPr lang="it-IT" dirty="0" smtClean="0"/>
                  <a:t> w.r.t. RGB </a:t>
                </a:r>
                <a:r>
                  <a:rPr lang="it-IT" dirty="0" err="1" smtClean="0"/>
                  <a:t>sensor</a:t>
                </a:r>
                <a:r>
                  <a:rPr lang="it-IT" dirty="0" smtClean="0"/>
                  <a:t/>
                </a:r>
                <a:br>
                  <a:rPr lang="it-IT" dirty="0" smtClean="0"/>
                </a:br>
                <a:r>
                  <a:rPr lang="it-IT" dirty="0"/>
                  <a:t>depth_world2rgb_world</a:t>
                </a:r>
              </a:p>
              <a:p>
                <a:r>
                  <a:rPr lang="en-US" dirty="0" smtClean="0"/>
                  <a:t>From 3D world coordinates w/r/t/ RGB sensor to RGB image plane</a:t>
                </a:r>
                <a:br>
                  <a:rPr lang="en-US" dirty="0" smtClean="0"/>
                </a:br>
                <a:r>
                  <a:rPr lang="it-IT" dirty="0"/>
                  <a:t>rgb_world2rgb_plane</a:t>
                </a:r>
              </a:p>
              <a:p>
                <a:endParaRPr lang="it-IT" dirty="0" smtClean="0"/>
              </a:p>
              <a:p>
                <a:endParaRPr lang="it-IT" dirty="0"/>
              </a:p>
            </p:txBody>
          </p:sp>
        </mc:Choice>
        <mc:Fallback>
          <p:sp>
            <p:nvSpPr>
              <p:cNvPr id="3" name="Segnaposto contenuto 2"/>
              <p:cNvSpPr>
                <a:spLocks noGrp="1" noRot="1" noChangeAspect="1" noMove="1" noResize="1" noEditPoints="1" noAdjustHandles="1" noChangeArrowheads="1" noChangeShapeType="1" noTextEdit="1"/>
              </p:cNvSpPr>
              <p:nvPr>
                <p:ph idx="1"/>
              </p:nvPr>
            </p:nvSpPr>
            <p:spPr>
              <a:blipFill rotWithShape="0">
                <a:blip r:embed="rId3"/>
                <a:stretch>
                  <a:fillRect l="-928" t="-2801" b="-2241"/>
                </a:stretch>
              </a:blipFill>
            </p:spPr>
            <p:txBody>
              <a:bodyPr/>
              <a:lstStyle/>
              <a:p>
                <a:r>
                  <a:rPr lang="it-IT">
                    <a:noFill/>
                  </a:rPr>
                  <a:t> </a:t>
                </a:r>
              </a:p>
            </p:txBody>
          </p:sp>
        </mc:Fallback>
      </mc:AlternateContent>
    </p:spTree>
    <p:extLst>
      <p:ext uri="{BB962C8B-B14F-4D97-AF65-F5344CB8AC3E}">
        <p14:creationId xmlns:p14="http://schemas.microsoft.com/office/powerpoint/2010/main" val="36369287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en-US" dirty="0" smtClean="0"/>
              <a:t>Processing from </a:t>
            </a:r>
            <a:r>
              <a:rPr lang="en-US" dirty="0" err="1" smtClean="0"/>
              <a:t>ToF</a:t>
            </a:r>
            <a:r>
              <a:rPr lang="en-US" dirty="0" smtClean="0"/>
              <a:t> P.C. in </a:t>
            </a:r>
            <a:r>
              <a:rPr lang="en-US" dirty="0" err="1" smtClean="0"/>
              <a:t>rgb</a:t>
            </a:r>
            <a:r>
              <a:rPr lang="en-US" dirty="0" smtClean="0"/>
              <a:t> world</a:t>
            </a:r>
            <a:endParaRPr lang="it-IT" dirty="0"/>
          </a:p>
        </p:txBody>
      </p:sp>
      <p:sp>
        <p:nvSpPr>
          <p:cNvPr id="3" name="Segnaposto contenuto 2"/>
          <p:cNvSpPr>
            <a:spLocks noGrp="1"/>
          </p:cNvSpPr>
          <p:nvPr>
            <p:ph idx="1"/>
          </p:nvPr>
        </p:nvSpPr>
        <p:spPr/>
        <p:txBody>
          <a:bodyPr/>
          <a:lstStyle/>
          <a:p>
            <a:r>
              <a:rPr lang="it-IT" dirty="0" smtClean="0">
                <a:hlinkClick r:id="rId2"/>
              </a:rPr>
              <a:t>https://www.willowgarage.com/sites/default/files/holz_rgbd_seg.pdf</a:t>
            </a:r>
            <a:endParaRPr lang="it-IT" dirty="0" smtClean="0"/>
          </a:p>
          <a:p>
            <a:r>
              <a:rPr lang="en-US" dirty="0" err="1" smtClean="0"/>
              <a:t>Normals</a:t>
            </a:r>
            <a:r>
              <a:rPr lang="en-US" dirty="0" smtClean="0"/>
              <a:t> from integral images, exploiting the cross product between tangential vectors</a:t>
            </a:r>
          </a:p>
          <a:p>
            <a:r>
              <a:rPr lang="en-US" dirty="0" smtClean="0"/>
              <a:t>Conversion to spherical coordinates</a:t>
            </a:r>
          </a:p>
          <a:p>
            <a:r>
              <a:rPr lang="en-US" dirty="0" smtClean="0"/>
              <a:t>Quantization of the </a:t>
            </a:r>
            <a:r>
              <a:rPr lang="en-US" dirty="0" err="1" smtClean="0"/>
              <a:t>normals</a:t>
            </a:r>
            <a:endParaRPr lang="en-US" dirty="0" smtClean="0"/>
          </a:p>
          <a:p>
            <a:r>
              <a:rPr lang="en-US" dirty="0" smtClean="0"/>
              <a:t>Initial clusters of </a:t>
            </a:r>
            <a:r>
              <a:rPr lang="en-US" dirty="0" err="1" smtClean="0"/>
              <a:t>normals</a:t>
            </a:r>
            <a:endParaRPr lang="en-US" dirty="0" smtClean="0"/>
          </a:p>
          <a:p>
            <a:pPr marL="0" indent="0">
              <a:buNone/>
            </a:pPr>
            <a:endParaRPr lang="it-IT" dirty="0"/>
          </a:p>
        </p:txBody>
      </p:sp>
    </p:spTree>
    <p:extLst>
      <p:ext uri="{BB962C8B-B14F-4D97-AF65-F5344CB8AC3E}">
        <p14:creationId xmlns:p14="http://schemas.microsoft.com/office/powerpoint/2010/main" val="26298673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en-US" dirty="0" smtClean="0"/>
              <a:t>Cluster merging procedure</a:t>
            </a:r>
            <a:endParaRPr lang="it-IT" dirty="0"/>
          </a:p>
        </p:txBody>
      </p:sp>
      <p:sp>
        <p:nvSpPr>
          <p:cNvPr id="3" name="Segnaposto contenuto 2"/>
          <p:cNvSpPr>
            <a:spLocks noGrp="1"/>
          </p:cNvSpPr>
          <p:nvPr>
            <p:ph idx="1"/>
          </p:nvPr>
        </p:nvSpPr>
        <p:spPr>
          <a:xfrm>
            <a:off x="838199" y="1825625"/>
            <a:ext cx="10773229" cy="4351338"/>
          </a:xfrm>
        </p:spPr>
        <p:txBody>
          <a:bodyPr>
            <a:normAutofit fontScale="85000" lnSpcReduction="20000"/>
          </a:bodyPr>
          <a:lstStyle/>
          <a:p>
            <a:r>
              <a:rPr lang="en-US" dirty="0" smtClean="0"/>
              <a:t>Find the 26 close initial clusters in initial voxel grid (for 3D voxel grid) or </a:t>
            </a:r>
            <a:br>
              <a:rPr lang="en-US" dirty="0" smtClean="0"/>
            </a:br>
            <a:r>
              <a:rPr lang="en-US" dirty="0" smtClean="0"/>
              <a:t>Find the 8 close initial clusters in the initial voxel grid (for 2D spherical voxel)</a:t>
            </a:r>
          </a:p>
          <a:p>
            <a:r>
              <a:rPr lang="en-US" dirty="0" smtClean="0"/>
              <a:t>Find closest neighbor cluster, characterized by the minimum </a:t>
            </a:r>
            <a:r>
              <a:rPr lang="en-US" dirty="0" smtClean="0"/>
              <a:t>average </a:t>
            </a:r>
            <a:r>
              <a:rPr lang="en-US" dirty="0" smtClean="0"/>
              <a:t>norm of the difference between the original </a:t>
            </a:r>
            <a:r>
              <a:rPr lang="en-US" dirty="0" err="1" smtClean="0"/>
              <a:t>normals</a:t>
            </a:r>
            <a:r>
              <a:rPr lang="en-US" dirty="0" smtClean="0"/>
              <a:t> of every initial cluster and the original </a:t>
            </a:r>
            <a:r>
              <a:rPr lang="en-US" dirty="0" err="1" smtClean="0"/>
              <a:t>normals</a:t>
            </a:r>
            <a:r>
              <a:rPr lang="en-US" dirty="0" smtClean="0"/>
              <a:t> of every one of the neighbor clusters found at the previous point</a:t>
            </a:r>
          </a:p>
          <a:p>
            <a:r>
              <a:rPr lang="en-US" dirty="0" smtClean="0"/>
              <a:t>If the minimum distance between two clusters is lower than a threshold (set equal to the voxel grid cell’s size), and if each cluster is the closest to each other, then merge them and keep track of the merging actions performed together with the distance of the initial cluster merged</a:t>
            </a:r>
          </a:p>
          <a:p>
            <a:r>
              <a:rPr lang="en-US" dirty="0" smtClean="0"/>
              <a:t>If the minimum distance between two clusters is lower than a threshold, but the cluster to be merged is actually closer to another cluster, perform the merging for the other cluster first</a:t>
            </a:r>
          </a:p>
          <a:p>
            <a:r>
              <a:rPr lang="en-US" smtClean="0"/>
              <a:t>Go back to point 1</a:t>
            </a:r>
            <a:endParaRPr lang="en-US" dirty="0" smtClean="0"/>
          </a:p>
          <a:p>
            <a:r>
              <a:rPr lang="en-US" dirty="0" smtClean="0"/>
              <a:t>Cluster according to distance of the plane from origin</a:t>
            </a:r>
          </a:p>
        </p:txBody>
      </p:sp>
    </p:spTree>
    <p:extLst>
      <p:ext uri="{BB962C8B-B14F-4D97-AF65-F5344CB8AC3E}">
        <p14:creationId xmlns:p14="http://schemas.microsoft.com/office/powerpoint/2010/main" val="2868258782"/>
      </p:ext>
    </p:extLst>
  </p:cSld>
  <p:clrMapOvr>
    <a:masterClrMapping/>
  </p:clrMapOvr>
</p:sld>
</file>

<file path=ppt/theme/theme1.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1540</TotalTime>
  <Words>95</Words>
  <Application>Microsoft Office PowerPoint</Application>
  <PresentationFormat>Widescreen</PresentationFormat>
  <Paragraphs>22</Paragraphs>
  <Slides>5</Slides>
  <Notes>0</Notes>
  <HiddenSlides>0</HiddenSlides>
  <MMClips>0</MMClips>
  <ScaleCrop>false</ScaleCrop>
  <HeadingPairs>
    <vt:vector size="6" baseType="variant">
      <vt:variant>
        <vt:lpstr>Caratteri utilizzati</vt:lpstr>
      </vt:variant>
      <vt:variant>
        <vt:i4>4</vt:i4>
      </vt:variant>
      <vt:variant>
        <vt:lpstr>Tema</vt:lpstr>
      </vt:variant>
      <vt:variant>
        <vt:i4>1</vt:i4>
      </vt:variant>
      <vt:variant>
        <vt:lpstr>Titoli diapositive</vt:lpstr>
      </vt:variant>
      <vt:variant>
        <vt:i4>5</vt:i4>
      </vt:variant>
    </vt:vector>
  </HeadingPairs>
  <TitlesOfParts>
    <vt:vector size="10" baseType="lpstr">
      <vt:lpstr>Arial</vt:lpstr>
      <vt:lpstr>Calibri</vt:lpstr>
      <vt:lpstr>Calibri Light</vt:lpstr>
      <vt:lpstr>Cambria Math</vt:lpstr>
      <vt:lpstr>Tema di Office</vt:lpstr>
      <vt:lpstr>Plane segmentation using RGBD data</vt:lpstr>
      <vt:lpstr>Input dataset</vt:lpstr>
      <vt:lpstr>Preprocessing - project_depth_map</vt:lpstr>
      <vt:lpstr>Processing from ToF P.C. in rgb world</vt:lpstr>
      <vt:lpstr>Cluster merging procedure</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RGB-D </dc:title>
  <dc:creator>Roberto Costa</dc:creator>
  <cp:lastModifiedBy>Roberto Costa</cp:lastModifiedBy>
  <cp:revision>57</cp:revision>
  <dcterms:created xsi:type="dcterms:W3CDTF">2018-05-05T17:20:51Z</dcterms:created>
  <dcterms:modified xsi:type="dcterms:W3CDTF">2018-05-06T19:01:31Z</dcterms:modified>
</cp:coreProperties>
</file>