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smtClean="0"/>
              <a:t>Fare clic per modificare lo stile del sottotitolo dello schema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68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8465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3261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0543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6668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76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026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964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4133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1510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8515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A59E9-9C26-49DA-BB39-72C4B0F0005C}" type="datetimeFigureOut">
              <a:rPr lang="it-IT" smtClean="0"/>
              <a:t>05/05/2018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EEA6E-6C7A-4EC2-8201-29C9AB74BD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226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s.nyu.edu/~silberman/datasets/nyu_depth_v2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vision.caltech.edu/bouguetj/calib_doc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illowgarage.com/sites/default/files/holz_rgbd_seg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 smtClean="0"/>
              <a:t>Plane</a:t>
            </a:r>
            <a:r>
              <a:rPr lang="it-IT" dirty="0" smtClean="0"/>
              <a:t> </a:t>
            </a:r>
            <a:r>
              <a:rPr lang="it-IT" dirty="0" err="1" smtClean="0"/>
              <a:t>segmentation</a:t>
            </a:r>
            <a:r>
              <a:rPr lang="it-IT" dirty="0" smtClean="0"/>
              <a:t> </a:t>
            </a:r>
            <a:r>
              <a:rPr lang="it-IT" dirty="0" err="1" smtClean="0"/>
              <a:t>using</a:t>
            </a:r>
            <a:r>
              <a:rPr lang="it-IT" dirty="0" smtClean="0"/>
              <a:t> RGBD data</a:t>
            </a:r>
            <a:endParaRPr lang="it-IT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 err="1" smtClean="0"/>
              <a:t>Implementation</a:t>
            </a:r>
            <a:r>
              <a:rPr lang="it-IT" dirty="0" smtClean="0"/>
              <a:t> of </a:t>
            </a:r>
            <a:r>
              <a:rPr lang="it-IT" dirty="0"/>
              <a:t>a </a:t>
            </a:r>
            <a:r>
              <a:rPr lang="it-IT" dirty="0" err="1"/>
              <a:t>segmentation</a:t>
            </a:r>
            <a:r>
              <a:rPr lang="it-IT" dirty="0"/>
              <a:t> </a:t>
            </a:r>
            <a:r>
              <a:rPr lang="it-IT" dirty="0" err="1" smtClean="0"/>
              <a:t>strategy</a:t>
            </a:r>
            <a:r>
              <a:rPr lang="it-IT" dirty="0" smtClean="0"/>
              <a:t> </a:t>
            </a:r>
            <a:r>
              <a:rPr lang="en-US" dirty="0" smtClean="0"/>
              <a:t>for RGBD </a:t>
            </a:r>
            <a:r>
              <a:rPr lang="en-US" dirty="0"/>
              <a:t>signals that clusters pixels according to their </a:t>
            </a:r>
            <a:r>
              <a:rPr lang="en-US" dirty="0" err="1" smtClean="0"/>
              <a:t>normals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9278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smtClean="0"/>
              <a:t>Input </a:t>
            </a:r>
            <a:r>
              <a:rPr lang="it-IT" dirty="0" err="1" smtClean="0"/>
              <a:t>dataset</a:t>
            </a:r>
            <a:endParaRPr lang="it-IT" dirty="0"/>
          </a:p>
        </p:txBody>
      </p:sp>
      <p:pic>
        <p:nvPicPr>
          <p:cNvPr id="4" name="Segnaposto contenut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975" y="2056369"/>
            <a:ext cx="6496050" cy="3889850"/>
          </a:xfrm>
        </p:spPr>
      </p:pic>
      <p:sp>
        <p:nvSpPr>
          <p:cNvPr id="5" name="CasellaDiTesto 4"/>
          <p:cNvSpPr txBox="1"/>
          <p:nvPr/>
        </p:nvSpPr>
        <p:spPr>
          <a:xfrm>
            <a:off x="1028700" y="1557338"/>
            <a:ext cx="1074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>
                <a:hlinkClick r:id="rId3"/>
              </a:rPr>
              <a:t>https://cs.nyu.edu/~silberman/datasets/nyu_depth_v2</a:t>
            </a:r>
            <a:endParaRPr lang="it-IT" dirty="0" smtClean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13986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 smtClean="0"/>
              <a:t>Preprocessing</a:t>
            </a:r>
            <a:r>
              <a:rPr lang="it-IT" dirty="0" smtClean="0"/>
              <a:t> - </a:t>
            </a:r>
            <a:r>
              <a:rPr lang="it-IT" dirty="0" err="1" smtClean="0"/>
              <a:t>project_depth_map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it-IT" dirty="0" smtClean="0"/>
                  <a:t>From RGB </a:t>
                </a:r>
                <a:r>
                  <a:rPr lang="it-IT" dirty="0" err="1" smtClean="0"/>
                  <a:t>raw</a:t>
                </a:r>
                <a:r>
                  <a:rPr lang="it-IT" dirty="0" smtClean="0"/>
                  <a:t> image and Depth image to </a:t>
                </a:r>
                <a:r>
                  <a:rPr lang="it-IT" dirty="0" err="1" smtClean="0"/>
                  <a:t>undistorted</a:t>
                </a:r>
                <a:r>
                  <a:rPr lang="it-IT" dirty="0" smtClean="0"/>
                  <a:t> images</a:t>
                </a:r>
                <a:br>
                  <a:rPr lang="it-IT" dirty="0" smtClean="0"/>
                </a:br>
                <a:r>
                  <a:rPr lang="it-IT" dirty="0">
                    <a:hlinkClick r:id="rId2"/>
                  </a:rPr>
                  <a:t>http://www.vision.caltech.edu/bouguetj/calib_doc</a:t>
                </a:r>
                <a:r>
                  <a:rPr lang="it-IT" dirty="0" smtClean="0">
                    <a:hlinkClick r:id="rId2"/>
                  </a:rPr>
                  <a:t>/</a:t>
                </a:r>
                <a:r>
                  <a:rPr lang="it-IT" dirty="0"/>
                  <a:t/>
                </a:r>
                <a:br>
                  <a:rPr lang="it-IT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 , 1)=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</m:oMath>
                </a14:m>
                <a:r>
                  <a:rPr lang="it-IT" dirty="0" smtClean="0"/>
                  <a:t/>
                </a:r>
                <a:br>
                  <a:rPr lang="it-IT" dirty="0" smtClean="0"/>
                </a:br>
                <a14:m>
                  <m:oMath xmlns:m="http://schemas.openxmlformats.org/officeDocument/2006/math">
                    <m:r>
                      <a:rPr lang="it-IT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𝑑𝑖𝑠𝑡𝑜𝑟𝑡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b="0" dirty="0" smtClean="0"/>
                  <a:t/>
                </a:r>
                <a:br>
                  <a:rPr lang="en-US" b="0" dirty="0" smtClean="0"/>
                </a:b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,1]</m:t>
                    </m:r>
                  </m:oMath>
                </a14:m>
                <a:r>
                  <a:rPr lang="it-IT" dirty="0" smtClean="0"/>
                  <a:t/>
                </a:r>
                <a:br>
                  <a:rPr lang="it-IT" dirty="0" smtClean="0"/>
                </a:br>
                <a:endParaRPr lang="it-IT" dirty="0" smtClean="0"/>
              </a:p>
              <a:p>
                <a:r>
                  <a:rPr lang="it-IT" dirty="0" smtClean="0"/>
                  <a:t>From </a:t>
                </a:r>
                <a:r>
                  <a:rPr lang="it-IT" dirty="0" err="1" smtClean="0"/>
                  <a:t>depth</a:t>
                </a:r>
                <a:r>
                  <a:rPr lang="it-IT" dirty="0" smtClean="0"/>
                  <a:t> image to 3D world </a:t>
                </a:r>
                <a:r>
                  <a:rPr lang="it-IT" dirty="0" err="1" smtClean="0"/>
                  <a:t>coordinates</a:t>
                </a:r>
                <a:r>
                  <a:rPr lang="it-IT" dirty="0" smtClean="0"/>
                  <a:t> w.r.t. the </a:t>
                </a:r>
                <a:r>
                  <a:rPr lang="it-IT" dirty="0" err="1" smtClean="0"/>
                  <a:t>depth</a:t>
                </a:r>
                <a:r>
                  <a:rPr lang="it-IT" dirty="0" smtClean="0"/>
                  <a:t> </a:t>
                </a:r>
                <a:r>
                  <a:rPr lang="it-IT" dirty="0" err="1" smtClean="0"/>
                  <a:t>sensor</a:t>
                </a:r>
                <a:r>
                  <a:rPr lang="it-IT" dirty="0" smtClean="0"/>
                  <a:t/>
                </a:r>
                <a:br>
                  <a:rPr lang="it-IT" dirty="0" smtClean="0"/>
                </a:br>
                <a:r>
                  <a:rPr lang="it-IT" dirty="0"/>
                  <a:t>depth_plane2depth_world</a:t>
                </a:r>
              </a:p>
              <a:p>
                <a:r>
                  <a:rPr lang="it-IT" dirty="0" smtClean="0"/>
                  <a:t>From </a:t>
                </a:r>
                <a:r>
                  <a:rPr lang="it-IT" dirty="0" err="1" smtClean="0"/>
                  <a:t>depth</a:t>
                </a:r>
                <a:r>
                  <a:rPr lang="it-IT" dirty="0" smtClean="0"/>
                  <a:t> 3D world </a:t>
                </a:r>
                <a:r>
                  <a:rPr lang="it-IT" dirty="0" err="1" smtClean="0"/>
                  <a:t>coordinates</a:t>
                </a:r>
                <a:r>
                  <a:rPr lang="it-IT" dirty="0" smtClean="0"/>
                  <a:t> to 3D world </a:t>
                </a:r>
                <a:r>
                  <a:rPr lang="it-IT" dirty="0" err="1" smtClean="0"/>
                  <a:t>coordinates</a:t>
                </a:r>
                <a:r>
                  <a:rPr lang="it-IT" dirty="0" smtClean="0"/>
                  <a:t> w.r.t. RGB </a:t>
                </a:r>
                <a:r>
                  <a:rPr lang="it-IT" dirty="0" err="1" smtClean="0"/>
                  <a:t>sensor</a:t>
                </a:r>
                <a:r>
                  <a:rPr lang="it-IT" dirty="0" smtClean="0"/>
                  <a:t/>
                </a:r>
                <a:br>
                  <a:rPr lang="it-IT" dirty="0" smtClean="0"/>
                </a:br>
                <a:r>
                  <a:rPr lang="it-IT" dirty="0"/>
                  <a:t>depth_world2rgb_world</a:t>
                </a:r>
              </a:p>
              <a:p>
                <a:r>
                  <a:rPr lang="en-US" dirty="0" smtClean="0"/>
                  <a:t>From 3D world coordinates w/r/t/ RGB sensor to RGB image plane</a:t>
                </a:r>
                <a:br>
                  <a:rPr lang="en-US" dirty="0" smtClean="0"/>
                </a:br>
                <a:r>
                  <a:rPr lang="it-IT" dirty="0"/>
                  <a:t>rgb_world2rgb_plane</a:t>
                </a:r>
              </a:p>
              <a:p>
                <a:endParaRPr lang="it-IT" dirty="0" smtClean="0"/>
              </a:p>
              <a:p>
                <a:endParaRPr lang="it-IT" dirty="0"/>
              </a:p>
            </p:txBody>
          </p:sp>
        </mc:Choice>
        <mc:Fallback>
          <p:sp>
            <p:nvSpPr>
              <p:cNvPr id="3" name="Segnaposto contenut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b="-22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6928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Processing from </a:t>
            </a:r>
            <a:r>
              <a:rPr lang="en-US" dirty="0" err="1" smtClean="0"/>
              <a:t>ToF</a:t>
            </a:r>
            <a:r>
              <a:rPr lang="en-US" dirty="0" smtClean="0"/>
              <a:t> P.C. in </a:t>
            </a:r>
            <a:r>
              <a:rPr lang="en-US" dirty="0" err="1" smtClean="0"/>
              <a:t>rgb</a:t>
            </a:r>
            <a:r>
              <a:rPr lang="en-US" dirty="0" smtClean="0"/>
              <a:t> world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smtClean="0">
                <a:hlinkClick r:id="rId2"/>
              </a:rPr>
              <a:t>https://www.willowgarage.com/sites/default/files/holz_rgbd_seg.pdf</a:t>
            </a:r>
            <a:endParaRPr lang="it-IT" dirty="0" smtClean="0"/>
          </a:p>
          <a:p>
            <a:r>
              <a:rPr lang="en-US" dirty="0" err="1" smtClean="0"/>
              <a:t>Normals</a:t>
            </a:r>
            <a:r>
              <a:rPr lang="en-US" dirty="0" smtClean="0"/>
              <a:t> from integral images, exploiting the cross product between tangential vectors</a:t>
            </a:r>
          </a:p>
          <a:p>
            <a:r>
              <a:rPr lang="en-US" dirty="0" smtClean="0"/>
              <a:t>Conversion to spherical coordinates</a:t>
            </a:r>
          </a:p>
          <a:p>
            <a:r>
              <a:rPr lang="en-US" dirty="0" smtClean="0"/>
              <a:t>Quantization of the </a:t>
            </a:r>
            <a:r>
              <a:rPr lang="en-US" dirty="0" err="1" smtClean="0"/>
              <a:t>normals</a:t>
            </a:r>
            <a:endParaRPr lang="en-US" dirty="0" smtClean="0"/>
          </a:p>
          <a:p>
            <a:r>
              <a:rPr lang="en-US" dirty="0" smtClean="0"/>
              <a:t>Initial clusters of </a:t>
            </a:r>
            <a:r>
              <a:rPr lang="en-US" dirty="0" err="1" smtClean="0"/>
              <a:t>normals</a:t>
            </a:r>
            <a:endParaRPr lang="en-US" dirty="0" smtClean="0"/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29867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 merging procedure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Find close clusters in initial voxel grid</a:t>
            </a:r>
          </a:p>
          <a:p>
            <a:r>
              <a:rPr lang="en-US" dirty="0" smtClean="0"/>
              <a:t>If the average distance of the original point is lower than the voxel grid size, then merge the cluster and keep track of the actions performed</a:t>
            </a:r>
            <a:r>
              <a:rPr lang="it-IT" dirty="0" smtClean="0"/>
              <a:t> to </a:t>
            </a:r>
            <a:r>
              <a:rPr lang="it-IT" dirty="0" err="1" smtClean="0"/>
              <a:t>check</a:t>
            </a:r>
            <a:r>
              <a:rPr lang="it-IT" dirty="0"/>
              <a:t> </a:t>
            </a:r>
            <a:r>
              <a:rPr lang="it-IT" dirty="0" smtClean="0"/>
              <a:t>…</a:t>
            </a:r>
          </a:p>
          <a:p>
            <a:r>
              <a:rPr lang="en-US" dirty="0" smtClean="0"/>
              <a:t>Cluster according to distance of the plane from origin</a:t>
            </a:r>
          </a:p>
        </p:txBody>
      </p:sp>
    </p:spTree>
    <p:extLst>
      <p:ext uri="{BB962C8B-B14F-4D97-AF65-F5344CB8AC3E}">
        <p14:creationId xmlns:p14="http://schemas.microsoft.com/office/powerpoint/2010/main" val="28682587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1490</TotalTime>
  <Words>124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Tema di Office</vt:lpstr>
      <vt:lpstr>Plane segmentation using RGBD data</vt:lpstr>
      <vt:lpstr>Input dataset</vt:lpstr>
      <vt:lpstr>Preprocessing - project_depth_map</vt:lpstr>
      <vt:lpstr>Processing from ToF P.C. in rgb world</vt:lpstr>
      <vt:lpstr>Cluster merging procedure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RGB-D </dc:title>
  <dc:creator>Roberto Costa</dc:creator>
  <cp:lastModifiedBy>Roberto Costa</cp:lastModifiedBy>
  <cp:revision>31</cp:revision>
  <dcterms:created xsi:type="dcterms:W3CDTF">2018-05-05T17:20:51Z</dcterms:created>
  <dcterms:modified xsi:type="dcterms:W3CDTF">2018-05-06T18:11:01Z</dcterms:modified>
</cp:coreProperties>
</file>